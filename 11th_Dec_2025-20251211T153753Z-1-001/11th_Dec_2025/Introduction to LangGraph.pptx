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64" r:id="rId1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C9F114-2A0D-4A01-8D1D-BA70B699E1B9}" v="46" dt="2025-03-01T06:18:20.87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84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sundram" userId="93422668bb59e199" providerId="LiveId" clId="{ECC9F114-2A0D-4A01-8D1D-BA70B699E1B9}"/>
    <pc:docChg chg="undo custSel modSld">
      <pc:chgData name="kumar sundram" userId="93422668bb59e199" providerId="LiveId" clId="{ECC9F114-2A0D-4A01-8D1D-BA70B699E1B9}" dt="2025-03-01T06:18:29.174" v="317" actId="9405"/>
      <pc:docMkLst>
        <pc:docMk/>
      </pc:docMkLst>
      <pc:sldChg chg="addSp delSp modSp mod">
        <pc:chgData name="kumar sundram" userId="93422668bb59e199" providerId="LiveId" clId="{ECC9F114-2A0D-4A01-8D1D-BA70B699E1B9}" dt="2025-03-01T05:56:50.005" v="10"/>
        <pc:sldMkLst>
          <pc:docMk/>
          <pc:sldMk cId="0" sldId="257"/>
        </pc:sldMkLst>
        <pc:grpChg chg="mod">
          <ac:chgData name="kumar sundram" userId="93422668bb59e199" providerId="LiveId" clId="{ECC9F114-2A0D-4A01-8D1D-BA70B699E1B9}" dt="2025-03-01T05:56:47.629" v="4"/>
          <ac:grpSpMkLst>
            <pc:docMk/>
            <pc:sldMk cId="0" sldId="257"/>
            <ac:grpSpMk id="14" creationId="{4A999CA0-E5D7-BB69-6EF0-B28DC4856C54}"/>
          </ac:grpSpMkLst>
        </pc:grpChg>
        <pc:grpChg chg="del mod">
          <ac:chgData name="kumar sundram" userId="93422668bb59e199" providerId="LiveId" clId="{ECC9F114-2A0D-4A01-8D1D-BA70B699E1B9}" dt="2025-03-01T05:56:50.005" v="10"/>
          <ac:grpSpMkLst>
            <pc:docMk/>
            <pc:sldMk cId="0" sldId="257"/>
            <ac:grpSpMk id="17" creationId="{D5B10E2F-7628-CD6C-7B1D-75BF8BDF95F6}"/>
          </ac:grpSpMkLst>
        </pc:grpChg>
        <pc:grpChg chg="mod">
          <ac:chgData name="kumar sundram" userId="93422668bb59e199" providerId="LiveId" clId="{ECC9F114-2A0D-4A01-8D1D-BA70B699E1B9}" dt="2025-03-01T05:56:50.005" v="10"/>
          <ac:grpSpMkLst>
            <pc:docMk/>
            <pc:sldMk cId="0" sldId="257"/>
            <ac:grpSpMk id="20" creationId="{B762BE53-4864-DE8E-A69B-1C7DAACA2096}"/>
          </ac:grpSpMkLst>
        </pc:grpChg>
        <pc:inkChg chg="add mod">
          <ac:chgData name="kumar sundram" userId="93422668bb59e199" providerId="LiveId" clId="{ECC9F114-2A0D-4A01-8D1D-BA70B699E1B9}" dt="2025-03-01T05:56:47.629" v="4"/>
          <ac:inkMkLst>
            <pc:docMk/>
            <pc:sldMk cId="0" sldId="257"/>
            <ac:inkMk id="10" creationId="{7A603562-83B4-128B-B9E0-E42F5A1BD17B}"/>
          </ac:inkMkLst>
        </pc:inkChg>
        <pc:inkChg chg="add mod">
          <ac:chgData name="kumar sundram" userId="93422668bb59e199" providerId="LiveId" clId="{ECC9F114-2A0D-4A01-8D1D-BA70B699E1B9}" dt="2025-03-01T05:56:47.629" v="4"/>
          <ac:inkMkLst>
            <pc:docMk/>
            <pc:sldMk cId="0" sldId="257"/>
            <ac:inkMk id="11" creationId="{ADA960D7-5903-B82B-251B-EFD04BA5A701}"/>
          </ac:inkMkLst>
        </pc:inkChg>
        <pc:inkChg chg="add mod">
          <ac:chgData name="kumar sundram" userId="93422668bb59e199" providerId="LiveId" clId="{ECC9F114-2A0D-4A01-8D1D-BA70B699E1B9}" dt="2025-03-01T05:56:47.629" v="4"/>
          <ac:inkMkLst>
            <pc:docMk/>
            <pc:sldMk cId="0" sldId="257"/>
            <ac:inkMk id="12" creationId="{0DE4B44B-3A6F-57AD-BA52-F70562276857}"/>
          </ac:inkMkLst>
        </pc:inkChg>
        <pc:inkChg chg="add mod">
          <ac:chgData name="kumar sundram" userId="93422668bb59e199" providerId="LiveId" clId="{ECC9F114-2A0D-4A01-8D1D-BA70B699E1B9}" dt="2025-03-01T05:56:47.629" v="4"/>
          <ac:inkMkLst>
            <pc:docMk/>
            <pc:sldMk cId="0" sldId="257"/>
            <ac:inkMk id="13" creationId="{AFFB6996-0B44-5E02-BA76-9706E1B42E25}"/>
          </ac:inkMkLst>
        </pc:inkChg>
        <pc:inkChg chg="add mod">
          <ac:chgData name="kumar sundram" userId="93422668bb59e199" providerId="LiveId" clId="{ECC9F114-2A0D-4A01-8D1D-BA70B699E1B9}" dt="2025-03-01T05:56:50.005" v="10"/>
          <ac:inkMkLst>
            <pc:docMk/>
            <pc:sldMk cId="0" sldId="257"/>
            <ac:inkMk id="15" creationId="{E22C9BEA-6B6A-BF5A-247D-35050E86DC5D}"/>
          </ac:inkMkLst>
        </pc:inkChg>
        <pc:inkChg chg="add mod">
          <ac:chgData name="kumar sundram" userId="93422668bb59e199" providerId="LiveId" clId="{ECC9F114-2A0D-4A01-8D1D-BA70B699E1B9}" dt="2025-03-01T05:56:50.005" v="10"/>
          <ac:inkMkLst>
            <pc:docMk/>
            <pc:sldMk cId="0" sldId="257"/>
            <ac:inkMk id="16" creationId="{1D8D600B-3FDF-EE5D-3FB6-84C4E33259A1}"/>
          </ac:inkMkLst>
        </pc:inkChg>
        <pc:inkChg chg="add mod">
          <ac:chgData name="kumar sundram" userId="93422668bb59e199" providerId="LiveId" clId="{ECC9F114-2A0D-4A01-8D1D-BA70B699E1B9}" dt="2025-03-01T05:56:50.005" v="10"/>
          <ac:inkMkLst>
            <pc:docMk/>
            <pc:sldMk cId="0" sldId="257"/>
            <ac:inkMk id="18" creationId="{FC5773C5-A93E-970B-FF4D-AB0B0E52EE96}"/>
          </ac:inkMkLst>
        </pc:inkChg>
        <pc:inkChg chg="add mod">
          <ac:chgData name="kumar sundram" userId="93422668bb59e199" providerId="LiveId" clId="{ECC9F114-2A0D-4A01-8D1D-BA70B699E1B9}" dt="2025-03-01T05:56:50.005" v="10"/>
          <ac:inkMkLst>
            <pc:docMk/>
            <pc:sldMk cId="0" sldId="257"/>
            <ac:inkMk id="19" creationId="{558401C1-CD39-9D67-E88B-5ECBC78788FE}"/>
          </ac:inkMkLst>
        </pc:inkChg>
      </pc:sldChg>
      <pc:sldChg chg="addSp modSp mod">
        <pc:chgData name="kumar sundram" userId="93422668bb59e199" providerId="LiveId" clId="{ECC9F114-2A0D-4A01-8D1D-BA70B699E1B9}" dt="2025-03-01T06:05:03.014" v="24"/>
        <pc:sldMkLst>
          <pc:docMk/>
          <pc:sldMk cId="0" sldId="258"/>
        </pc:sldMkLst>
        <pc:grpChg chg="mod">
          <ac:chgData name="kumar sundram" userId="93422668bb59e199" providerId="LiveId" clId="{ECC9F114-2A0D-4A01-8D1D-BA70B699E1B9}" dt="2025-03-01T06:04:51.486" v="16"/>
          <ac:grpSpMkLst>
            <pc:docMk/>
            <pc:sldMk cId="0" sldId="258"/>
            <ac:grpSpMk id="33" creationId="{B105783B-7131-A242-951E-CA6F7A201104}"/>
          </ac:grpSpMkLst>
        </pc:grpChg>
        <pc:grpChg chg="mod">
          <ac:chgData name="kumar sundram" userId="93422668bb59e199" providerId="LiveId" clId="{ECC9F114-2A0D-4A01-8D1D-BA70B699E1B9}" dt="2025-03-01T06:04:57.584" v="21"/>
          <ac:grpSpMkLst>
            <pc:docMk/>
            <pc:sldMk cId="0" sldId="258"/>
            <ac:grpSpMk id="38" creationId="{DC5398D6-A59B-62D8-ADDA-5F61CCF38724}"/>
          </ac:grpSpMkLst>
        </pc:grpChg>
        <pc:grpChg chg="mod">
          <ac:chgData name="kumar sundram" userId="93422668bb59e199" providerId="LiveId" clId="{ECC9F114-2A0D-4A01-8D1D-BA70B699E1B9}" dt="2025-03-01T06:05:03.014" v="24"/>
          <ac:grpSpMkLst>
            <pc:docMk/>
            <pc:sldMk cId="0" sldId="258"/>
            <ac:grpSpMk id="41" creationId="{2B1720A8-E35C-4E02-E519-CE1DDD9AE49B}"/>
          </ac:grpSpMkLst>
        </pc:grpChg>
        <pc:inkChg chg="add mod">
          <ac:chgData name="kumar sundram" userId="93422668bb59e199" providerId="LiveId" clId="{ECC9F114-2A0D-4A01-8D1D-BA70B699E1B9}" dt="2025-03-01T06:04:51.486" v="16"/>
          <ac:inkMkLst>
            <pc:docMk/>
            <pc:sldMk cId="0" sldId="258"/>
            <ac:inkMk id="28" creationId="{FD27F270-3935-15F6-FD0F-F7DBF987E183}"/>
          </ac:inkMkLst>
        </pc:inkChg>
        <pc:inkChg chg="add mod">
          <ac:chgData name="kumar sundram" userId="93422668bb59e199" providerId="LiveId" clId="{ECC9F114-2A0D-4A01-8D1D-BA70B699E1B9}" dt="2025-03-01T06:04:51.486" v="16"/>
          <ac:inkMkLst>
            <pc:docMk/>
            <pc:sldMk cId="0" sldId="258"/>
            <ac:inkMk id="29" creationId="{2A9F222F-96B3-308B-72BA-38CE8B5EA4E7}"/>
          </ac:inkMkLst>
        </pc:inkChg>
        <pc:inkChg chg="add mod">
          <ac:chgData name="kumar sundram" userId="93422668bb59e199" providerId="LiveId" clId="{ECC9F114-2A0D-4A01-8D1D-BA70B699E1B9}" dt="2025-03-01T06:04:51.486" v="16"/>
          <ac:inkMkLst>
            <pc:docMk/>
            <pc:sldMk cId="0" sldId="258"/>
            <ac:inkMk id="30" creationId="{71513264-44F3-4376-92F0-AE2E7AFC8D2D}"/>
          </ac:inkMkLst>
        </pc:inkChg>
        <pc:inkChg chg="add mod">
          <ac:chgData name="kumar sundram" userId="93422668bb59e199" providerId="LiveId" clId="{ECC9F114-2A0D-4A01-8D1D-BA70B699E1B9}" dt="2025-03-01T06:04:51.486" v="16"/>
          <ac:inkMkLst>
            <pc:docMk/>
            <pc:sldMk cId="0" sldId="258"/>
            <ac:inkMk id="31" creationId="{0375A3C0-CD64-C39B-EB78-506948FD1C9B}"/>
          </ac:inkMkLst>
        </pc:inkChg>
        <pc:inkChg chg="add mod">
          <ac:chgData name="kumar sundram" userId="93422668bb59e199" providerId="LiveId" clId="{ECC9F114-2A0D-4A01-8D1D-BA70B699E1B9}" dt="2025-03-01T06:04:51.486" v="16"/>
          <ac:inkMkLst>
            <pc:docMk/>
            <pc:sldMk cId="0" sldId="258"/>
            <ac:inkMk id="32" creationId="{1A602A8D-E862-E40E-9A23-09A57CCFAE83}"/>
          </ac:inkMkLst>
        </pc:inkChg>
        <pc:inkChg chg="add mod">
          <ac:chgData name="kumar sundram" userId="93422668bb59e199" providerId="LiveId" clId="{ECC9F114-2A0D-4A01-8D1D-BA70B699E1B9}" dt="2025-03-01T06:04:57.584" v="21"/>
          <ac:inkMkLst>
            <pc:docMk/>
            <pc:sldMk cId="0" sldId="258"/>
            <ac:inkMk id="34" creationId="{C5830742-4DBB-818E-9FC1-E4DE17CC4444}"/>
          </ac:inkMkLst>
        </pc:inkChg>
        <pc:inkChg chg="add mod">
          <ac:chgData name="kumar sundram" userId="93422668bb59e199" providerId="LiveId" clId="{ECC9F114-2A0D-4A01-8D1D-BA70B699E1B9}" dt="2025-03-01T06:04:57.584" v="21"/>
          <ac:inkMkLst>
            <pc:docMk/>
            <pc:sldMk cId="0" sldId="258"/>
            <ac:inkMk id="35" creationId="{F453BA18-C534-4DAC-8725-3E0349CE28BE}"/>
          </ac:inkMkLst>
        </pc:inkChg>
        <pc:inkChg chg="add mod">
          <ac:chgData name="kumar sundram" userId="93422668bb59e199" providerId="LiveId" clId="{ECC9F114-2A0D-4A01-8D1D-BA70B699E1B9}" dt="2025-03-01T06:04:57.584" v="21"/>
          <ac:inkMkLst>
            <pc:docMk/>
            <pc:sldMk cId="0" sldId="258"/>
            <ac:inkMk id="36" creationId="{9D883E0A-0179-BE89-24A1-E05F43F26DE6}"/>
          </ac:inkMkLst>
        </pc:inkChg>
        <pc:inkChg chg="add">
          <ac:chgData name="kumar sundram" userId="93422668bb59e199" providerId="LiveId" clId="{ECC9F114-2A0D-4A01-8D1D-BA70B699E1B9}" dt="2025-03-01T06:04:56.660" v="20" actId="9405"/>
          <ac:inkMkLst>
            <pc:docMk/>
            <pc:sldMk cId="0" sldId="258"/>
            <ac:inkMk id="37" creationId="{0C68A3B2-AE01-283E-D9BF-BD22C1B2ECB0}"/>
          </ac:inkMkLst>
        </pc:inkChg>
        <pc:inkChg chg="add mod">
          <ac:chgData name="kumar sundram" userId="93422668bb59e199" providerId="LiveId" clId="{ECC9F114-2A0D-4A01-8D1D-BA70B699E1B9}" dt="2025-03-01T06:05:03.014" v="24"/>
          <ac:inkMkLst>
            <pc:docMk/>
            <pc:sldMk cId="0" sldId="258"/>
            <ac:inkMk id="39" creationId="{AD671B7F-F9A6-4306-1DA1-BFB4DD4E87B6}"/>
          </ac:inkMkLst>
        </pc:inkChg>
        <pc:inkChg chg="add mod">
          <ac:chgData name="kumar sundram" userId="93422668bb59e199" providerId="LiveId" clId="{ECC9F114-2A0D-4A01-8D1D-BA70B699E1B9}" dt="2025-03-01T06:05:03.014" v="24"/>
          <ac:inkMkLst>
            <pc:docMk/>
            <pc:sldMk cId="0" sldId="258"/>
            <ac:inkMk id="40" creationId="{730EC5C3-2281-8C78-0DA7-412BC54D60A6}"/>
          </ac:inkMkLst>
        </pc:inkChg>
      </pc:sldChg>
      <pc:sldChg chg="addSp delSp modSp mod">
        <pc:chgData name="kumar sundram" userId="93422668bb59e199" providerId="LiveId" clId="{ECC9F114-2A0D-4A01-8D1D-BA70B699E1B9}" dt="2025-03-01T06:09:19.220" v="91"/>
        <pc:sldMkLst>
          <pc:docMk/>
          <pc:sldMk cId="0" sldId="260"/>
        </pc:sldMkLst>
        <pc:grpChg chg="mod">
          <ac:chgData name="kumar sundram" userId="93422668bb59e199" providerId="LiveId" clId="{ECC9F114-2A0D-4A01-8D1D-BA70B699E1B9}" dt="2025-03-01T06:08:07.750" v="30"/>
          <ac:grpSpMkLst>
            <pc:docMk/>
            <pc:sldMk cId="0" sldId="260"/>
            <ac:grpSpMk id="18" creationId="{2F12FEDF-2CC2-416B-6A95-34D62AF537F6}"/>
          </ac:grpSpMkLst>
        </pc:grpChg>
        <pc:grpChg chg="del mod">
          <ac:chgData name="kumar sundram" userId="93422668bb59e199" providerId="LiveId" clId="{ECC9F114-2A0D-4A01-8D1D-BA70B699E1B9}" dt="2025-03-01T06:08:24.678" v="56"/>
          <ac:grpSpMkLst>
            <pc:docMk/>
            <pc:sldMk cId="0" sldId="260"/>
            <ac:grpSpMk id="25" creationId="{CB46C240-B4C2-3168-4D6A-12404661E49D}"/>
          </ac:grpSpMkLst>
        </pc:grpChg>
        <pc:grpChg chg="del mod">
          <ac:chgData name="kumar sundram" userId="93422668bb59e199" providerId="LiveId" clId="{ECC9F114-2A0D-4A01-8D1D-BA70B699E1B9}" dt="2025-03-01T06:08:13.317" v="42"/>
          <ac:grpSpMkLst>
            <pc:docMk/>
            <pc:sldMk cId="0" sldId="260"/>
            <ac:grpSpMk id="26" creationId="{4002190F-EF15-989E-43C3-56E28DDE9D0E}"/>
          </ac:grpSpMkLst>
        </pc:grpChg>
        <pc:grpChg chg="del mod">
          <ac:chgData name="kumar sundram" userId="93422668bb59e199" providerId="LiveId" clId="{ECC9F114-2A0D-4A01-8D1D-BA70B699E1B9}" dt="2025-03-01T06:08:24.678" v="56"/>
          <ac:grpSpMkLst>
            <pc:docMk/>
            <pc:sldMk cId="0" sldId="260"/>
            <ac:grpSpMk id="31" creationId="{3A5D2CF7-9A14-368D-1F59-4EABE37F39A1}"/>
          </ac:grpSpMkLst>
        </pc:grpChg>
        <pc:grpChg chg="del mod">
          <ac:chgData name="kumar sundram" userId="93422668bb59e199" providerId="LiveId" clId="{ECC9F114-2A0D-4A01-8D1D-BA70B699E1B9}" dt="2025-03-01T06:08:28.851" v="61"/>
          <ac:grpSpMkLst>
            <pc:docMk/>
            <pc:sldMk cId="0" sldId="260"/>
            <ac:grpSpMk id="45" creationId="{A6FE940A-1D79-6B97-4D78-92BED37A9402}"/>
          </ac:grpSpMkLst>
        </pc:grpChg>
        <pc:grpChg chg="del mod">
          <ac:chgData name="kumar sundram" userId="93422668bb59e199" providerId="LiveId" clId="{ECC9F114-2A0D-4A01-8D1D-BA70B699E1B9}" dt="2025-03-01T06:08:30.938" v="68"/>
          <ac:grpSpMkLst>
            <pc:docMk/>
            <pc:sldMk cId="0" sldId="260"/>
            <ac:grpSpMk id="50" creationId="{C6E39F71-E3CA-F2F4-2D54-6EB4B4CF4C3B}"/>
          </ac:grpSpMkLst>
        </pc:grpChg>
        <pc:grpChg chg="mod">
          <ac:chgData name="kumar sundram" userId="93422668bb59e199" providerId="LiveId" clId="{ECC9F114-2A0D-4A01-8D1D-BA70B699E1B9}" dt="2025-03-01T06:08:28.851" v="61"/>
          <ac:grpSpMkLst>
            <pc:docMk/>
            <pc:sldMk cId="0" sldId="260"/>
            <ac:grpSpMk id="51" creationId="{A1941366-540C-CF50-2E8E-585A463D6A93}"/>
          </ac:grpSpMkLst>
        </pc:grpChg>
        <pc:grpChg chg="del mod">
          <ac:chgData name="kumar sundram" userId="93422668bb59e199" providerId="LiveId" clId="{ECC9F114-2A0D-4A01-8D1D-BA70B699E1B9}" dt="2025-03-01T06:08:37.230" v="71"/>
          <ac:grpSpMkLst>
            <pc:docMk/>
            <pc:sldMk cId="0" sldId="260"/>
            <ac:grpSpMk id="58" creationId="{C28171F0-EBE9-B184-3CB7-019079C71FC7}"/>
          </ac:grpSpMkLst>
        </pc:grpChg>
        <pc:grpChg chg="del mod">
          <ac:chgData name="kumar sundram" userId="93422668bb59e199" providerId="LiveId" clId="{ECC9F114-2A0D-4A01-8D1D-BA70B699E1B9}" dt="2025-03-01T06:08:43.823" v="84"/>
          <ac:grpSpMkLst>
            <pc:docMk/>
            <pc:sldMk cId="0" sldId="260"/>
            <ac:grpSpMk id="61" creationId="{803E69E0-540B-E3E1-BD9E-7CDEB730402E}"/>
          </ac:grpSpMkLst>
        </pc:grpChg>
        <pc:grpChg chg="del mod">
          <ac:chgData name="kumar sundram" userId="93422668bb59e199" providerId="LiveId" clId="{ECC9F114-2A0D-4A01-8D1D-BA70B699E1B9}" dt="2025-03-01T06:09:19.220" v="91"/>
          <ac:grpSpMkLst>
            <pc:docMk/>
            <pc:sldMk cId="0" sldId="260"/>
            <ac:grpSpMk id="74" creationId="{C831DA59-5BDB-6E62-DA71-8D8CCAE5236E}"/>
          </ac:grpSpMkLst>
        </pc:grpChg>
        <pc:grpChg chg="mod">
          <ac:chgData name="kumar sundram" userId="93422668bb59e199" providerId="LiveId" clId="{ECC9F114-2A0D-4A01-8D1D-BA70B699E1B9}" dt="2025-03-01T06:09:19.220" v="91"/>
          <ac:grpSpMkLst>
            <pc:docMk/>
            <pc:sldMk cId="0" sldId="260"/>
            <ac:grpSpMk id="81" creationId="{75AC29A1-560A-C7A6-3D24-514B4B8E9300}"/>
          </ac:grpSpMkLst>
        </pc:grpChg>
        <pc:inkChg chg="add">
          <ac:chgData name="kumar sundram" userId="93422668bb59e199" providerId="LiveId" clId="{ECC9F114-2A0D-4A01-8D1D-BA70B699E1B9}" dt="2025-03-01T06:08:01.024" v="25" actId="9405"/>
          <ac:inkMkLst>
            <pc:docMk/>
            <pc:sldMk cId="0" sldId="260"/>
            <ac:inkMk id="13" creationId="{C1A5D855-DCC4-0A41-3C42-0BBE5154D7CB}"/>
          </ac:inkMkLst>
        </pc:inkChg>
        <pc:inkChg chg="add">
          <ac:chgData name="kumar sundram" userId="93422668bb59e199" providerId="LiveId" clId="{ECC9F114-2A0D-4A01-8D1D-BA70B699E1B9}" dt="2025-03-01T06:08:03.743" v="26" actId="9405"/>
          <ac:inkMkLst>
            <pc:docMk/>
            <pc:sldMk cId="0" sldId="260"/>
            <ac:inkMk id="14" creationId="{CAF25E30-71DF-2A41-35B3-6F6943C736DD}"/>
          </ac:inkMkLst>
        </pc:inkChg>
        <pc:inkChg chg="add mod">
          <ac:chgData name="kumar sundram" userId="93422668bb59e199" providerId="LiveId" clId="{ECC9F114-2A0D-4A01-8D1D-BA70B699E1B9}" dt="2025-03-01T06:08:07.750" v="30"/>
          <ac:inkMkLst>
            <pc:docMk/>
            <pc:sldMk cId="0" sldId="260"/>
            <ac:inkMk id="15" creationId="{FF81E0AF-69AF-CEF8-79DF-F9F63A68616C}"/>
          </ac:inkMkLst>
        </pc:inkChg>
        <pc:inkChg chg="add mod">
          <ac:chgData name="kumar sundram" userId="93422668bb59e199" providerId="LiveId" clId="{ECC9F114-2A0D-4A01-8D1D-BA70B699E1B9}" dt="2025-03-01T06:08:07.750" v="30"/>
          <ac:inkMkLst>
            <pc:docMk/>
            <pc:sldMk cId="0" sldId="260"/>
            <ac:inkMk id="16" creationId="{1C399CE6-987E-2329-BCB9-A56BEC1DBD29}"/>
          </ac:inkMkLst>
        </pc:inkChg>
        <pc:inkChg chg="add mod">
          <ac:chgData name="kumar sundram" userId="93422668bb59e199" providerId="LiveId" clId="{ECC9F114-2A0D-4A01-8D1D-BA70B699E1B9}" dt="2025-03-01T06:08:07.750" v="30"/>
          <ac:inkMkLst>
            <pc:docMk/>
            <pc:sldMk cId="0" sldId="260"/>
            <ac:inkMk id="17" creationId="{5BD2B2B5-6C8A-39D5-A5DC-93C95F79CCE6}"/>
          </ac:inkMkLst>
        </pc:inkChg>
        <pc:inkChg chg="add mod">
          <ac:chgData name="kumar sundram" userId="93422668bb59e199" providerId="LiveId" clId="{ECC9F114-2A0D-4A01-8D1D-BA70B699E1B9}" dt="2025-03-01T06:08:13.317" v="42"/>
          <ac:inkMkLst>
            <pc:docMk/>
            <pc:sldMk cId="0" sldId="260"/>
            <ac:inkMk id="19" creationId="{1364A064-8F66-1217-0275-E74BF55D35FC}"/>
          </ac:inkMkLst>
        </pc:inkChg>
        <pc:inkChg chg="add mod">
          <ac:chgData name="kumar sundram" userId="93422668bb59e199" providerId="LiveId" clId="{ECC9F114-2A0D-4A01-8D1D-BA70B699E1B9}" dt="2025-03-01T06:08:13.317" v="42"/>
          <ac:inkMkLst>
            <pc:docMk/>
            <pc:sldMk cId="0" sldId="260"/>
            <ac:inkMk id="20" creationId="{C8B81EC8-85C2-9AB8-06CF-ABB3D0ACA8D5}"/>
          </ac:inkMkLst>
        </pc:inkChg>
        <pc:inkChg chg="add mod">
          <ac:chgData name="kumar sundram" userId="93422668bb59e199" providerId="LiveId" clId="{ECC9F114-2A0D-4A01-8D1D-BA70B699E1B9}" dt="2025-03-01T06:08:13.317" v="42"/>
          <ac:inkMkLst>
            <pc:docMk/>
            <pc:sldMk cId="0" sldId="260"/>
            <ac:inkMk id="21" creationId="{14B2900C-3991-73FC-EE23-4EEE915ACF62}"/>
          </ac:inkMkLst>
        </pc:inkChg>
        <pc:inkChg chg="add mod">
          <ac:chgData name="kumar sundram" userId="93422668bb59e199" providerId="LiveId" clId="{ECC9F114-2A0D-4A01-8D1D-BA70B699E1B9}" dt="2025-03-01T06:08:28.851" v="61"/>
          <ac:inkMkLst>
            <pc:docMk/>
            <pc:sldMk cId="0" sldId="260"/>
            <ac:inkMk id="22" creationId="{5BED3669-A9DF-3419-BC6D-B3C50615B7B2}"/>
          </ac:inkMkLst>
        </pc:inkChg>
        <pc:inkChg chg="add mod">
          <ac:chgData name="kumar sundram" userId="93422668bb59e199" providerId="LiveId" clId="{ECC9F114-2A0D-4A01-8D1D-BA70B699E1B9}" dt="2025-03-01T06:08:11.550" v="37"/>
          <ac:inkMkLst>
            <pc:docMk/>
            <pc:sldMk cId="0" sldId="260"/>
            <ac:inkMk id="23" creationId="{135AE41D-9B14-1415-9EAF-02DC8573C227}"/>
          </ac:inkMkLst>
        </pc:inkChg>
        <pc:inkChg chg="add mod">
          <ac:chgData name="kumar sundram" userId="93422668bb59e199" providerId="LiveId" clId="{ECC9F114-2A0D-4A01-8D1D-BA70B699E1B9}" dt="2025-03-01T06:08:11.550" v="37"/>
          <ac:inkMkLst>
            <pc:docMk/>
            <pc:sldMk cId="0" sldId="260"/>
            <ac:inkMk id="24" creationId="{DDC94B08-18CC-3E77-9843-AD23E319F6A7}"/>
          </ac:inkMkLst>
        </pc:inkChg>
        <pc:inkChg chg="add mod">
          <ac:chgData name="kumar sundram" userId="93422668bb59e199" providerId="LiveId" clId="{ECC9F114-2A0D-4A01-8D1D-BA70B699E1B9}" dt="2025-03-01T06:08:28.851" v="61"/>
          <ac:inkMkLst>
            <pc:docMk/>
            <pc:sldMk cId="0" sldId="260"/>
            <ac:inkMk id="27" creationId="{8A8775D7-36D4-E706-8639-38CD21C658D1}"/>
          </ac:inkMkLst>
        </pc:inkChg>
        <pc:inkChg chg="add mod">
          <ac:chgData name="kumar sundram" userId="93422668bb59e199" providerId="LiveId" clId="{ECC9F114-2A0D-4A01-8D1D-BA70B699E1B9}" dt="2025-03-01T06:08:13.317" v="42"/>
          <ac:inkMkLst>
            <pc:docMk/>
            <pc:sldMk cId="0" sldId="260"/>
            <ac:inkMk id="28" creationId="{6989CF0D-A87A-FBD0-596C-BD21823E1326}"/>
          </ac:inkMkLst>
        </pc:inkChg>
        <pc:inkChg chg="add mod">
          <ac:chgData name="kumar sundram" userId="93422668bb59e199" providerId="LiveId" clId="{ECC9F114-2A0D-4A01-8D1D-BA70B699E1B9}" dt="2025-03-01T06:08:28.851" v="61"/>
          <ac:inkMkLst>
            <pc:docMk/>
            <pc:sldMk cId="0" sldId="260"/>
            <ac:inkMk id="29" creationId="{0F302C67-75FA-CA7E-6F67-93C93CCC4F35}"/>
          </ac:inkMkLst>
        </pc:inkChg>
        <pc:inkChg chg="add mod">
          <ac:chgData name="kumar sundram" userId="93422668bb59e199" providerId="LiveId" clId="{ECC9F114-2A0D-4A01-8D1D-BA70B699E1B9}" dt="2025-03-01T06:08:13.317" v="42"/>
          <ac:inkMkLst>
            <pc:docMk/>
            <pc:sldMk cId="0" sldId="260"/>
            <ac:inkMk id="30" creationId="{E116883F-5633-2ED2-9706-90D60F9BC3F7}"/>
          </ac:inkMkLst>
        </pc:inkChg>
        <pc:inkChg chg="add">
          <ac:chgData name="kumar sundram" userId="93422668bb59e199" providerId="LiveId" clId="{ECC9F114-2A0D-4A01-8D1D-BA70B699E1B9}" dt="2025-03-01T06:08:16.594" v="43" actId="9405"/>
          <ac:inkMkLst>
            <pc:docMk/>
            <pc:sldMk cId="0" sldId="260"/>
            <ac:inkMk id="32" creationId="{42FEEB65-FF86-DB37-856E-E0C16244E9D3}"/>
          </ac:inkMkLst>
        </pc:inkChg>
        <pc:inkChg chg="add">
          <ac:chgData name="kumar sundram" userId="93422668bb59e199" providerId="LiveId" clId="{ECC9F114-2A0D-4A01-8D1D-BA70B699E1B9}" dt="2025-03-01T06:08:18.089" v="44" actId="9405"/>
          <ac:inkMkLst>
            <pc:docMk/>
            <pc:sldMk cId="0" sldId="260"/>
            <ac:inkMk id="33" creationId="{DD0998B7-681C-0BEB-3E1D-B2DC81AA6C4C}"/>
          </ac:inkMkLst>
        </pc:inkChg>
        <pc:inkChg chg="add">
          <ac:chgData name="kumar sundram" userId="93422668bb59e199" providerId="LiveId" clId="{ECC9F114-2A0D-4A01-8D1D-BA70B699E1B9}" dt="2025-03-01T06:08:18.301" v="45" actId="9405"/>
          <ac:inkMkLst>
            <pc:docMk/>
            <pc:sldMk cId="0" sldId="260"/>
            <ac:inkMk id="34" creationId="{B9493F8E-6675-F0D7-3B25-3BB6C635E1F6}"/>
          </ac:inkMkLst>
        </pc:inkChg>
        <pc:inkChg chg="add">
          <ac:chgData name="kumar sundram" userId="93422668bb59e199" providerId="LiveId" clId="{ECC9F114-2A0D-4A01-8D1D-BA70B699E1B9}" dt="2025-03-01T06:08:18.859" v="46" actId="9405"/>
          <ac:inkMkLst>
            <pc:docMk/>
            <pc:sldMk cId="0" sldId="260"/>
            <ac:inkMk id="35" creationId="{19B5C65B-F920-1E72-A726-05781F164252}"/>
          </ac:inkMkLst>
        </pc:inkChg>
        <pc:inkChg chg="add">
          <ac:chgData name="kumar sundram" userId="93422668bb59e199" providerId="LiveId" clId="{ECC9F114-2A0D-4A01-8D1D-BA70B699E1B9}" dt="2025-03-01T06:08:19.028" v="47" actId="9405"/>
          <ac:inkMkLst>
            <pc:docMk/>
            <pc:sldMk cId="0" sldId="260"/>
            <ac:inkMk id="36" creationId="{FD84CB38-4484-5F18-27A7-5904705A6E5C}"/>
          </ac:inkMkLst>
        </pc:inkChg>
        <pc:inkChg chg="add mod">
          <ac:chgData name="kumar sundram" userId="93422668bb59e199" providerId="LiveId" clId="{ECC9F114-2A0D-4A01-8D1D-BA70B699E1B9}" dt="2025-03-01T06:08:28.851" v="61"/>
          <ac:inkMkLst>
            <pc:docMk/>
            <pc:sldMk cId="0" sldId="260"/>
            <ac:inkMk id="37" creationId="{2E071102-84CC-F6AD-5B3C-4798EAE65CC9}"/>
          </ac:inkMkLst>
        </pc:inkChg>
        <pc:inkChg chg="add mod">
          <ac:chgData name="kumar sundram" userId="93422668bb59e199" providerId="LiveId" clId="{ECC9F114-2A0D-4A01-8D1D-BA70B699E1B9}" dt="2025-03-01T06:08:28.851" v="61"/>
          <ac:inkMkLst>
            <pc:docMk/>
            <pc:sldMk cId="0" sldId="260"/>
            <ac:inkMk id="38" creationId="{CA350F73-3DBD-76B9-8623-49A3143F2867}"/>
          </ac:inkMkLst>
        </pc:inkChg>
        <pc:inkChg chg="add">
          <ac:chgData name="kumar sundram" userId="93422668bb59e199" providerId="LiveId" clId="{ECC9F114-2A0D-4A01-8D1D-BA70B699E1B9}" dt="2025-03-01T06:08:21.392" v="50" actId="9405"/>
          <ac:inkMkLst>
            <pc:docMk/>
            <pc:sldMk cId="0" sldId="260"/>
            <ac:inkMk id="39" creationId="{B9CF8307-9D1C-B4E1-B621-16190D89A36B}"/>
          </ac:inkMkLst>
        </pc:inkChg>
        <pc:inkChg chg="add mod">
          <ac:chgData name="kumar sundram" userId="93422668bb59e199" providerId="LiveId" clId="{ECC9F114-2A0D-4A01-8D1D-BA70B699E1B9}" dt="2025-03-01T06:08:28.851" v="61"/>
          <ac:inkMkLst>
            <pc:docMk/>
            <pc:sldMk cId="0" sldId="260"/>
            <ac:inkMk id="40" creationId="{B88FC80E-FBA1-AFD0-703C-DF30A4C9F428}"/>
          </ac:inkMkLst>
        </pc:inkChg>
        <pc:inkChg chg="add">
          <ac:chgData name="kumar sundram" userId="93422668bb59e199" providerId="LiveId" clId="{ECC9F114-2A0D-4A01-8D1D-BA70B699E1B9}" dt="2025-03-01T06:08:21.887" v="52" actId="9405"/>
          <ac:inkMkLst>
            <pc:docMk/>
            <pc:sldMk cId="0" sldId="260"/>
            <ac:inkMk id="41" creationId="{BB245F1E-B0CC-1FF0-4F4B-9A146D5D44FB}"/>
          </ac:inkMkLst>
        </pc:inkChg>
        <pc:inkChg chg="add">
          <ac:chgData name="kumar sundram" userId="93422668bb59e199" providerId="LiveId" clId="{ECC9F114-2A0D-4A01-8D1D-BA70B699E1B9}" dt="2025-03-01T06:08:22.083" v="53" actId="9405"/>
          <ac:inkMkLst>
            <pc:docMk/>
            <pc:sldMk cId="0" sldId="260"/>
            <ac:inkMk id="42" creationId="{7E29CBCF-3F31-3C90-7DE7-FF3797128722}"/>
          </ac:inkMkLst>
        </pc:inkChg>
        <pc:inkChg chg="add">
          <ac:chgData name="kumar sundram" userId="93422668bb59e199" providerId="LiveId" clId="{ECC9F114-2A0D-4A01-8D1D-BA70B699E1B9}" dt="2025-03-01T06:08:22.667" v="54" actId="9405"/>
          <ac:inkMkLst>
            <pc:docMk/>
            <pc:sldMk cId="0" sldId="260"/>
            <ac:inkMk id="43" creationId="{2BD333AF-984D-AEC8-C6F9-2BD3BDACD19F}"/>
          </ac:inkMkLst>
        </pc:inkChg>
        <pc:inkChg chg="add mod">
          <ac:chgData name="kumar sundram" userId="93422668bb59e199" providerId="LiveId" clId="{ECC9F114-2A0D-4A01-8D1D-BA70B699E1B9}" dt="2025-03-01T06:08:28.851" v="61"/>
          <ac:inkMkLst>
            <pc:docMk/>
            <pc:sldMk cId="0" sldId="260"/>
            <ac:inkMk id="44" creationId="{B39633AA-F78C-7C4F-1849-A75EE72380AE}"/>
          </ac:inkMkLst>
        </pc:inkChg>
        <pc:inkChg chg="add">
          <ac:chgData name="kumar sundram" userId="93422668bb59e199" providerId="LiveId" clId="{ECC9F114-2A0D-4A01-8D1D-BA70B699E1B9}" dt="2025-03-01T06:08:25.899" v="57" actId="9405"/>
          <ac:inkMkLst>
            <pc:docMk/>
            <pc:sldMk cId="0" sldId="260"/>
            <ac:inkMk id="46" creationId="{54FF58C2-7F5E-FEA9-9F23-DC6024306E6F}"/>
          </ac:inkMkLst>
        </pc:inkChg>
        <pc:inkChg chg="add">
          <ac:chgData name="kumar sundram" userId="93422668bb59e199" providerId="LiveId" clId="{ECC9F114-2A0D-4A01-8D1D-BA70B699E1B9}" dt="2025-03-01T06:08:26.492" v="58" actId="9405"/>
          <ac:inkMkLst>
            <pc:docMk/>
            <pc:sldMk cId="0" sldId="260"/>
            <ac:inkMk id="47" creationId="{4D66B538-FC4F-E9EA-BAA3-DDF1BBDCF4EC}"/>
          </ac:inkMkLst>
        </pc:inkChg>
        <pc:inkChg chg="add mod">
          <ac:chgData name="kumar sundram" userId="93422668bb59e199" providerId="LiveId" clId="{ECC9F114-2A0D-4A01-8D1D-BA70B699E1B9}" dt="2025-03-01T06:08:37.230" v="71"/>
          <ac:inkMkLst>
            <pc:docMk/>
            <pc:sldMk cId="0" sldId="260"/>
            <ac:inkMk id="48" creationId="{0827EFFD-6E24-EFDF-9AFC-433B89AC6E04}"/>
          </ac:inkMkLst>
        </pc:inkChg>
        <pc:inkChg chg="add mod">
          <ac:chgData name="kumar sundram" userId="93422668bb59e199" providerId="LiveId" clId="{ECC9F114-2A0D-4A01-8D1D-BA70B699E1B9}" dt="2025-03-01T06:08:37.230" v="71"/>
          <ac:inkMkLst>
            <pc:docMk/>
            <pc:sldMk cId="0" sldId="260"/>
            <ac:inkMk id="49" creationId="{5BA5DFE2-44A2-8B0A-DD83-01FC9032DC0D}"/>
          </ac:inkMkLst>
        </pc:inkChg>
        <pc:inkChg chg="add mod">
          <ac:chgData name="kumar sundram" userId="93422668bb59e199" providerId="LiveId" clId="{ECC9F114-2A0D-4A01-8D1D-BA70B699E1B9}" dt="2025-03-01T06:08:30.938" v="68"/>
          <ac:inkMkLst>
            <pc:docMk/>
            <pc:sldMk cId="0" sldId="260"/>
            <ac:inkMk id="52" creationId="{2F4E2ADA-B0DC-1E3D-3376-C326B6D9ADD1}"/>
          </ac:inkMkLst>
        </pc:inkChg>
        <pc:inkChg chg="add mod">
          <ac:chgData name="kumar sundram" userId="93422668bb59e199" providerId="LiveId" clId="{ECC9F114-2A0D-4A01-8D1D-BA70B699E1B9}" dt="2025-03-01T06:09:19.220" v="91"/>
          <ac:inkMkLst>
            <pc:docMk/>
            <pc:sldMk cId="0" sldId="260"/>
            <ac:inkMk id="53" creationId="{F0EE8DD3-3939-49B5-3276-199F90C16779}"/>
          </ac:inkMkLst>
        </pc:inkChg>
        <pc:inkChg chg="add mod">
          <ac:chgData name="kumar sundram" userId="93422668bb59e199" providerId="LiveId" clId="{ECC9F114-2A0D-4A01-8D1D-BA70B699E1B9}" dt="2025-03-01T06:09:19.220" v="91"/>
          <ac:inkMkLst>
            <pc:docMk/>
            <pc:sldMk cId="0" sldId="260"/>
            <ac:inkMk id="54" creationId="{E8EB92E4-7D5A-6630-10FD-15685735548E}"/>
          </ac:inkMkLst>
        </pc:inkChg>
        <pc:inkChg chg="add mod">
          <ac:chgData name="kumar sundram" userId="93422668bb59e199" providerId="LiveId" clId="{ECC9F114-2A0D-4A01-8D1D-BA70B699E1B9}" dt="2025-03-01T06:09:19.220" v="91"/>
          <ac:inkMkLst>
            <pc:docMk/>
            <pc:sldMk cId="0" sldId="260"/>
            <ac:inkMk id="55" creationId="{87C55589-4FE9-EA9B-8ECC-F5EAB5F53B1D}"/>
          </ac:inkMkLst>
        </pc:inkChg>
        <pc:inkChg chg="add mod">
          <ac:chgData name="kumar sundram" userId="93422668bb59e199" providerId="LiveId" clId="{ECC9F114-2A0D-4A01-8D1D-BA70B699E1B9}" dt="2025-03-01T06:08:37.230" v="71"/>
          <ac:inkMkLst>
            <pc:docMk/>
            <pc:sldMk cId="0" sldId="260"/>
            <ac:inkMk id="56" creationId="{8A855C6F-B13C-CB54-1557-D66D8CF4B931}"/>
          </ac:inkMkLst>
        </pc:inkChg>
        <pc:inkChg chg="add mod">
          <ac:chgData name="kumar sundram" userId="93422668bb59e199" providerId="LiveId" clId="{ECC9F114-2A0D-4A01-8D1D-BA70B699E1B9}" dt="2025-03-01T06:08:43.823" v="84"/>
          <ac:inkMkLst>
            <pc:docMk/>
            <pc:sldMk cId="0" sldId="260"/>
            <ac:inkMk id="57" creationId="{9BB3DA12-68A6-74E6-06EC-FA49902CAE87}"/>
          </ac:inkMkLst>
        </pc:inkChg>
        <pc:inkChg chg="add mod">
          <ac:chgData name="kumar sundram" userId="93422668bb59e199" providerId="LiveId" clId="{ECC9F114-2A0D-4A01-8D1D-BA70B699E1B9}" dt="2025-03-01T06:08:43.823" v="84"/>
          <ac:inkMkLst>
            <pc:docMk/>
            <pc:sldMk cId="0" sldId="260"/>
            <ac:inkMk id="59" creationId="{F442A07A-3E2D-FE77-6E12-96355FC8D36C}"/>
          </ac:inkMkLst>
        </pc:inkChg>
        <pc:inkChg chg="add mod">
          <ac:chgData name="kumar sundram" userId="93422668bb59e199" providerId="LiveId" clId="{ECC9F114-2A0D-4A01-8D1D-BA70B699E1B9}" dt="2025-03-01T06:08:37.230" v="71"/>
          <ac:inkMkLst>
            <pc:docMk/>
            <pc:sldMk cId="0" sldId="260"/>
            <ac:inkMk id="60" creationId="{F329FB68-65D7-3C8D-0A89-9514F58C25F7}"/>
          </ac:inkMkLst>
        </pc:inkChg>
        <pc:inkChg chg="add mod">
          <ac:chgData name="kumar sundram" userId="93422668bb59e199" providerId="LiveId" clId="{ECC9F114-2A0D-4A01-8D1D-BA70B699E1B9}" dt="2025-03-01T06:08:43.823" v="84"/>
          <ac:inkMkLst>
            <pc:docMk/>
            <pc:sldMk cId="0" sldId="260"/>
            <ac:inkMk id="62" creationId="{F984D540-7FAB-644A-F30A-138FB7618A91}"/>
          </ac:inkMkLst>
        </pc:inkChg>
        <pc:inkChg chg="add">
          <ac:chgData name="kumar sundram" userId="93422668bb59e199" providerId="LiveId" clId="{ECC9F114-2A0D-4A01-8D1D-BA70B699E1B9}" dt="2025-03-01T06:08:38.012" v="73" actId="9405"/>
          <ac:inkMkLst>
            <pc:docMk/>
            <pc:sldMk cId="0" sldId="260"/>
            <ac:inkMk id="63" creationId="{F694F9CA-FBDD-0041-B42C-7334F83D6651}"/>
          </ac:inkMkLst>
        </pc:inkChg>
        <pc:inkChg chg="add mod">
          <ac:chgData name="kumar sundram" userId="93422668bb59e199" providerId="LiveId" clId="{ECC9F114-2A0D-4A01-8D1D-BA70B699E1B9}" dt="2025-03-01T06:08:43.823" v="84"/>
          <ac:inkMkLst>
            <pc:docMk/>
            <pc:sldMk cId="0" sldId="260"/>
            <ac:inkMk id="64" creationId="{676BB3F4-3F15-D642-63C6-3BF72B2EFE4F}"/>
          </ac:inkMkLst>
        </pc:inkChg>
        <pc:inkChg chg="add mod">
          <ac:chgData name="kumar sundram" userId="93422668bb59e199" providerId="LiveId" clId="{ECC9F114-2A0D-4A01-8D1D-BA70B699E1B9}" dt="2025-03-01T06:08:43.823" v="84"/>
          <ac:inkMkLst>
            <pc:docMk/>
            <pc:sldMk cId="0" sldId="260"/>
            <ac:inkMk id="65" creationId="{9CE76880-3F75-F756-1DD1-CA2F22DD5137}"/>
          </ac:inkMkLst>
        </pc:inkChg>
        <pc:inkChg chg="add mod">
          <ac:chgData name="kumar sundram" userId="93422668bb59e199" providerId="LiveId" clId="{ECC9F114-2A0D-4A01-8D1D-BA70B699E1B9}" dt="2025-03-01T06:09:19.220" v="91"/>
          <ac:inkMkLst>
            <pc:docMk/>
            <pc:sldMk cId="0" sldId="260"/>
            <ac:inkMk id="66" creationId="{C285731F-BF8C-91EC-B799-A451C88B5C37}"/>
          </ac:inkMkLst>
        </pc:inkChg>
        <pc:inkChg chg="add">
          <ac:chgData name="kumar sundram" userId="93422668bb59e199" providerId="LiveId" clId="{ECC9F114-2A0D-4A01-8D1D-BA70B699E1B9}" dt="2025-03-01T06:08:38.867" v="77" actId="9405"/>
          <ac:inkMkLst>
            <pc:docMk/>
            <pc:sldMk cId="0" sldId="260"/>
            <ac:inkMk id="67" creationId="{BB3D7B03-532D-5756-BECA-8CD9FB511271}"/>
          </ac:inkMkLst>
        </pc:inkChg>
        <pc:inkChg chg="add">
          <ac:chgData name="kumar sundram" userId="93422668bb59e199" providerId="LiveId" clId="{ECC9F114-2A0D-4A01-8D1D-BA70B699E1B9}" dt="2025-03-01T06:08:39.559" v="78" actId="9405"/>
          <ac:inkMkLst>
            <pc:docMk/>
            <pc:sldMk cId="0" sldId="260"/>
            <ac:inkMk id="68" creationId="{BD5991E6-AE98-1769-06EB-FEAE40099982}"/>
          </ac:inkMkLst>
        </pc:inkChg>
        <pc:inkChg chg="add mod">
          <ac:chgData name="kumar sundram" userId="93422668bb59e199" providerId="LiveId" clId="{ECC9F114-2A0D-4A01-8D1D-BA70B699E1B9}" dt="2025-03-01T06:09:19.220" v="91"/>
          <ac:inkMkLst>
            <pc:docMk/>
            <pc:sldMk cId="0" sldId="260"/>
            <ac:inkMk id="69" creationId="{57773586-16CB-48DA-8D76-1334BF2CAC5D}"/>
          </ac:inkMkLst>
        </pc:inkChg>
        <pc:inkChg chg="add mod">
          <ac:chgData name="kumar sundram" userId="93422668bb59e199" providerId="LiveId" clId="{ECC9F114-2A0D-4A01-8D1D-BA70B699E1B9}" dt="2025-03-01T06:08:43.823" v="84"/>
          <ac:inkMkLst>
            <pc:docMk/>
            <pc:sldMk cId="0" sldId="260"/>
            <ac:inkMk id="70" creationId="{E093974C-8E4C-1D46-5E93-F985F1AE1358}"/>
          </ac:inkMkLst>
        </pc:inkChg>
        <pc:inkChg chg="add mod">
          <ac:chgData name="kumar sundram" userId="93422668bb59e199" providerId="LiveId" clId="{ECC9F114-2A0D-4A01-8D1D-BA70B699E1B9}" dt="2025-03-01T06:09:19.220" v="91"/>
          <ac:inkMkLst>
            <pc:docMk/>
            <pc:sldMk cId="0" sldId="260"/>
            <ac:inkMk id="71" creationId="{EFC3FD08-862C-0729-364E-556886DADB4E}"/>
          </ac:inkMkLst>
        </pc:inkChg>
        <pc:inkChg chg="add mod">
          <ac:chgData name="kumar sundram" userId="93422668bb59e199" providerId="LiveId" clId="{ECC9F114-2A0D-4A01-8D1D-BA70B699E1B9}" dt="2025-03-01T06:09:19.220" v="91"/>
          <ac:inkMkLst>
            <pc:docMk/>
            <pc:sldMk cId="0" sldId="260"/>
            <ac:inkMk id="72" creationId="{FC610DD2-155D-7797-1B03-1AE72BDDB72E}"/>
          </ac:inkMkLst>
        </pc:inkChg>
        <pc:inkChg chg="add">
          <ac:chgData name="kumar sundram" userId="93422668bb59e199" providerId="LiveId" clId="{ECC9F114-2A0D-4A01-8D1D-BA70B699E1B9}" dt="2025-03-01T06:08:42.894" v="83" actId="9405"/>
          <ac:inkMkLst>
            <pc:docMk/>
            <pc:sldMk cId="0" sldId="260"/>
            <ac:inkMk id="73" creationId="{CB5CFE74-53CC-9AB1-41C9-E475EEE193F0}"/>
          </ac:inkMkLst>
        </pc:inkChg>
        <pc:inkChg chg="add">
          <ac:chgData name="kumar sundram" userId="93422668bb59e199" providerId="LiveId" clId="{ECC9F114-2A0D-4A01-8D1D-BA70B699E1B9}" dt="2025-03-01T06:09:08.308" v="85" actId="9405"/>
          <ac:inkMkLst>
            <pc:docMk/>
            <pc:sldMk cId="0" sldId="260"/>
            <ac:inkMk id="75" creationId="{B2FFDF90-FE6B-F2C6-4994-B97F700C0599}"/>
          </ac:inkMkLst>
        </pc:inkChg>
        <pc:inkChg chg="add">
          <ac:chgData name="kumar sundram" userId="93422668bb59e199" providerId="LiveId" clId="{ECC9F114-2A0D-4A01-8D1D-BA70B699E1B9}" dt="2025-03-01T06:09:10.421" v="86" actId="9405"/>
          <ac:inkMkLst>
            <pc:docMk/>
            <pc:sldMk cId="0" sldId="260"/>
            <ac:inkMk id="76" creationId="{A0EC701A-6FF0-9163-4047-EA16AE14B524}"/>
          </ac:inkMkLst>
        </pc:inkChg>
        <pc:inkChg chg="add">
          <ac:chgData name="kumar sundram" userId="93422668bb59e199" providerId="LiveId" clId="{ECC9F114-2A0D-4A01-8D1D-BA70B699E1B9}" dt="2025-03-01T06:09:13.139" v="87" actId="9405"/>
          <ac:inkMkLst>
            <pc:docMk/>
            <pc:sldMk cId="0" sldId="260"/>
            <ac:inkMk id="77" creationId="{43C8F696-5E98-EBE0-A69F-5CD3D22AFD06}"/>
          </ac:inkMkLst>
        </pc:inkChg>
        <pc:inkChg chg="add">
          <ac:chgData name="kumar sundram" userId="93422668bb59e199" providerId="LiveId" clId="{ECC9F114-2A0D-4A01-8D1D-BA70B699E1B9}" dt="2025-03-01T06:09:14.541" v="88" actId="9405"/>
          <ac:inkMkLst>
            <pc:docMk/>
            <pc:sldMk cId="0" sldId="260"/>
            <ac:inkMk id="78" creationId="{11E1D49C-3D2E-736B-6FA5-7D4DD12993BD}"/>
          </ac:inkMkLst>
        </pc:inkChg>
        <pc:inkChg chg="add mod">
          <ac:chgData name="kumar sundram" userId="93422668bb59e199" providerId="LiveId" clId="{ECC9F114-2A0D-4A01-8D1D-BA70B699E1B9}" dt="2025-03-01T06:09:19.220" v="91"/>
          <ac:inkMkLst>
            <pc:docMk/>
            <pc:sldMk cId="0" sldId="260"/>
            <ac:inkMk id="79" creationId="{EAC0BCE2-AA64-CA42-6412-33BC6745F9F2}"/>
          </ac:inkMkLst>
        </pc:inkChg>
        <pc:inkChg chg="add">
          <ac:chgData name="kumar sundram" userId="93422668bb59e199" providerId="LiveId" clId="{ECC9F114-2A0D-4A01-8D1D-BA70B699E1B9}" dt="2025-03-01T06:09:18.588" v="90" actId="9405"/>
          <ac:inkMkLst>
            <pc:docMk/>
            <pc:sldMk cId="0" sldId="260"/>
            <ac:inkMk id="80" creationId="{003FD4A9-DA76-5123-FE1F-A505DD2FB51E}"/>
          </ac:inkMkLst>
        </pc:inkChg>
      </pc:sldChg>
      <pc:sldChg chg="addSp delSp modSp mod">
        <pc:chgData name="kumar sundram" userId="93422668bb59e199" providerId="LiveId" clId="{ECC9F114-2A0D-4A01-8D1D-BA70B699E1B9}" dt="2025-03-01T06:11:30.314" v="135"/>
        <pc:sldMkLst>
          <pc:docMk/>
          <pc:sldMk cId="0" sldId="261"/>
        </pc:sldMkLst>
        <pc:grpChg chg="del mod">
          <ac:chgData name="kumar sundram" userId="93422668bb59e199" providerId="LiveId" clId="{ECC9F114-2A0D-4A01-8D1D-BA70B699E1B9}" dt="2025-03-01T06:11:20.525" v="131"/>
          <ac:grpSpMkLst>
            <pc:docMk/>
            <pc:sldMk cId="0" sldId="261"/>
            <ac:grpSpMk id="27" creationId="{E429C1CD-891F-58CD-B177-27C440505E5A}"/>
          </ac:grpSpMkLst>
        </pc:grpChg>
        <pc:grpChg chg="mod">
          <ac:chgData name="kumar sundram" userId="93422668bb59e199" providerId="LiveId" clId="{ECC9F114-2A0D-4A01-8D1D-BA70B699E1B9}" dt="2025-03-01T06:10:44.985" v="102"/>
          <ac:grpSpMkLst>
            <pc:docMk/>
            <pc:sldMk cId="0" sldId="261"/>
            <ac:grpSpMk id="32" creationId="{09C43113-E12E-0FF7-716C-EBD0016A88D7}"/>
          </ac:grpSpMkLst>
        </pc:grpChg>
        <pc:grpChg chg="mod">
          <ac:chgData name="kumar sundram" userId="93422668bb59e199" providerId="LiveId" clId="{ECC9F114-2A0D-4A01-8D1D-BA70B699E1B9}" dt="2025-03-01T06:10:57.995" v="107"/>
          <ac:grpSpMkLst>
            <pc:docMk/>
            <pc:sldMk cId="0" sldId="261"/>
            <ac:grpSpMk id="37" creationId="{EC1D8F3F-2BCB-C22B-F879-C865DAFBCB95}"/>
          </ac:grpSpMkLst>
        </pc:grpChg>
        <pc:grpChg chg="mod">
          <ac:chgData name="kumar sundram" userId="93422668bb59e199" providerId="LiveId" clId="{ECC9F114-2A0D-4A01-8D1D-BA70B699E1B9}" dt="2025-03-01T06:11:20.525" v="131"/>
          <ac:grpSpMkLst>
            <pc:docMk/>
            <pc:sldMk cId="0" sldId="261"/>
            <ac:grpSpMk id="61" creationId="{853A2AC8-AE6D-94AA-BB50-09762199835A}"/>
          </ac:grpSpMkLst>
        </pc:grpChg>
        <pc:grpChg chg="mod">
          <ac:chgData name="kumar sundram" userId="93422668bb59e199" providerId="LiveId" clId="{ECC9F114-2A0D-4A01-8D1D-BA70B699E1B9}" dt="2025-03-01T06:11:30.314" v="135"/>
          <ac:grpSpMkLst>
            <pc:docMk/>
            <pc:sldMk cId="0" sldId="261"/>
            <ac:grpSpMk id="65" creationId="{B5BD1881-3384-34FC-5977-E72B0A10FE88}"/>
          </ac:grpSpMkLst>
        </pc:grpChg>
        <pc:inkChg chg="add">
          <ac:chgData name="kumar sundram" userId="93422668bb59e199" providerId="LiveId" clId="{ECC9F114-2A0D-4A01-8D1D-BA70B699E1B9}" dt="2025-03-01T06:10:34.368" v="92" actId="9405"/>
          <ac:inkMkLst>
            <pc:docMk/>
            <pc:sldMk cId="0" sldId="261"/>
            <ac:inkMk id="22" creationId="{45058A17-33E2-5910-522D-234FC653FC0F}"/>
          </ac:inkMkLst>
        </pc:inkChg>
        <pc:inkChg chg="add mod">
          <ac:chgData name="kumar sundram" userId="93422668bb59e199" providerId="LiveId" clId="{ECC9F114-2A0D-4A01-8D1D-BA70B699E1B9}" dt="2025-03-01T06:10:39.692" v="97"/>
          <ac:inkMkLst>
            <pc:docMk/>
            <pc:sldMk cId="0" sldId="261"/>
            <ac:inkMk id="23" creationId="{F80830C4-9393-472B-FB05-E880F2B02B4F}"/>
          </ac:inkMkLst>
        </pc:inkChg>
        <pc:inkChg chg="add mod">
          <ac:chgData name="kumar sundram" userId="93422668bb59e199" providerId="LiveId" clId="{ECC9F114-2A0D-4A01-8D1D-BA70B699E1B9}" dt="2025-03-01T06:10:39.692" v="97"/>
          <ac:inkMkLst>
            <pc:docMk/>
            <pc:sldMk cId="0" sldId="261"/>
            <ac:inkMk id="24" creationId="{6846D26A-AE84-D8D0-6B39-40DB76CF3A54}"/>
          </ac:inkMkLst>
        </pc:inkChg>
        <pc:inkChg chg="add mod">
          <ac:chgData name="kumar sundram" userId="93422668bb59e199" providerId="LiveId" clId="{ECC9F114-2A0D-4A01-8D1D-BA70B699E1B9}" dt="2025-03-01T06:11:20.525" v="131"/>
          <ac:inkMkLst>
            <pc:docMk/>
            <pc:sldMk cId="0" sldId="261"/>
            <ac:inkMk id="25" creationId="{D3C63CEC-6C8B-6369-8251-0A4DD223EE88}"/>
          </ac:inkMkLst>
        </pc:inkChg>
        <pc:inkChg chg="add mod">
          <ac:chgData name="kumar sundram" userId="93422668bb59e199" providerId="LiveId" clId="{ECC9F114-2A0D-4A01-8D1D-BA70B699E1B9}" dt="2025-03-01T06:11:20.525" v="131"/>
          <ac:inkMkLst>
            <pc:docMk/>
            <pc:sldMk cId="0" sldId="261"/>
            <ac:inkMk id="26" creationId="{5C9E03EB-EB1E-2014-6B5E-F7E2E6C39E67}"/>
          </ac:inkMkLst>
        </pc:inkChg>
        <pc:inkChg chg="add mod">
          <ac:chgData name="kumar sundram" userId="93422668bb59e199" providerId="LiveId" clId="{ECC9F114-2A0D-4A01-8D1D-BA70B699E1B9}" dt="2025-03-01T06:10:44.985" v="102"/>
          <ac:inkMkLst>
            <pc:docMk/>
            <pc:sldMk cId="0" sldId="261"/>
            <ac:inkMk id="28" creationId="{D24D3AAC-AD35-E436-DCA8-0FE23D135BF9}"/>
          </ac:inkMkLst>
        </pc:inkChg>
        <pc:inkChg chg="add mod">
          <ac:chgData name="kumar sundram" userId="93422668bb59e199" providerId="LiveId" clId="{ECC9F114-2A0D-4A01-8D1D-BA70B699E1B9}" dt="2025-03-01T06:10:44.985" v="102"/>
          <ac:inkMkLst>
            <pc:docMk/>
            <pc:sldMk cId="0" sldId="261"/>
            <ac:inkMk id="29" creationId="{39798F05-DB33-8A95-B0AD-E52B69055DF1}"/>
          </ac:inkMkLst>
        </pc:inkChg>
        <pc:inkChg chg="add mod">
          <ac:chgData name="kumar sundram" userId="93422668bb59e199" providerId="LiveId" clId="{ECC9F114-2A0D-4A01-8D1D-BA70B699E1B9}" dt="2025-03-01T06:10:44.985" v="102"/>
          <ac:inkMkLst>
            <pc:docMk/>
            <pc:sldMk cId="0" sldId="261"/>
            <ac:inkMk id="30" creationId="{644CCDE6-B67D-93B5-3034-F35BD800C1E8}"/>
          </ac:inkMkLst>
        </pc:inkChg>
        <pc:inkChg chg="add mod">
          <ac:chgData name="kumar sundram" userId="93422668bb59e199" providerId="LiveId" clId="{ECC9F114-2A0D-4A01-8D1D-BA70B699E1B9}" dt="2025-03-01T06:10:44.985" v="102"/>
          <ac:inkMkLst>
            <pc:docMk/>
            <pc:sldMk cId="0" sldId="261"/>
            <ac:inkMk id="31" creationId="{CAB32E6D-C8CC-6626-C71C-E8451720CFDC}"/>
          </ac:inkMkLst>
        </pc:inkChg>
        <pc:inkChg chg="add">
          <ac:chgData name="kumar sundram" userId="93422668bb59e199" providerId="LiveId" clId="{ECC9F114-2A0D-4A01-8D1D-BA70B699E1B9}" dt="2025-03-01T06:10:49.174" v="103" actId="9405"/>
          <ac:inkMkLst>
            <pc:docMk/>
            <pc:sldMk cId="0" sldId="261"/>
            <ac:inkMk id="33" creationId="{F00FC934-73B5-027C-E141-2380F487950C}"/>
          </ac:inkMkLst>
        </pc:inkChg>
        <pc:inkChg chg="add">
          <ac:chgData name="kumar sundram" userId="93422668bb59e199" providerId="LiveId" clId="{ECC9F114-2A0D-4A01-8D1D-BA70B699E1B9}" dt="2025-03-01T06:10:53.606" v="104" actId="9405"/>
          <ac:inkMkLst>
            <pc:docMk/>
            <pc:sldMk cId="0" sldId="261"/>
            <ac:inkMk id="34" creationId="{9223B3AD-7E02-B2EC-B4B7-5F756D559D67}"/>
          </ac:inkMkLst>
        </pc:inkChg>
        <pc:inkChg chg="add mod">
          <ac:chgData name="kumar sundram" userId="93422668bb59e199" providerId="LiveId" clId="{ECC9F114-2A0D-4A01-8D1D-BA70B699E1B9}" dt="2025-03-01T06:10:57.995" v="107"/>
          <ac:inkMkLst>
            <pc:docMk/>
            <pc:sldMk cId="0" sldId="261"/>
            <ac:inkMk id="35" creationId="{A4DA470F-792C-2017-8CA4-AEBBE21EFB34}"/>
          </ac:inkMkLst>
        </pc:inkChg>
        <pc:inkChg chg="add mod">
          <ac:chgData name="kumar sundram" userId="93422668bb59e199" providerId="LiveId" clId="{ECC9F114-2A0D-4A01-8D1D-BA70B699E1B9}" dt="2025-03-01T06:10:57.995" v="107"/>
          <ac:inkMkLst>
            <pc:docMk/>
            <pc:sldMk cId="0" sldId="261"/>
            <ac:inkMk id="36" creationId="{C28F068C-5EF1-3A8E-FFFE-138A9FCA8421}"/>
          </ac:inkMkLst>
        </pc:inkChg>
        <pc:inkChg chg="add">
          <ac:chgData name="kumar sundram" userId="93422668bb59e199" providerId="LiveId" clId="{ECC9F114-2A0D-4A01-8D1D-BA70B699E1B9}" dt="2025-03-01T06:11:07.501" v="108" actId="9405"/>
          <ac:inkMkLst>
            <pc:docMk/>
            <pc:sldMk cId="0" sldId="261"/>
            <ac:inkMk id="38" creationId="{1FEAE921-3B65-AFCA-FDE0-BFAAE196BD06}"/>
          </ac:inkMkLst>
        </pc:inkChg>
        <pc:inkChg chg="add mod">
          <ac:chgData name="kumar sundram" userId="93422668bb59e199" providerId="LiveId" clId="{ECC9F114-2A0D-4A01-8D1D-BA70B699E1B9}" dt="2025-03-01T06:11:20.525" v="131"/>
          <ac:inkMkLst>
            <pc:docMk/>
            <pc:sldMk cId="0" sldId="261"/>
            <ac:inkMk id="39" creationId="{1E1B8ECB-1021-3BA6-F62D-8D5C7E6D00DD}"/>
          </ac:inkMkLst>
        </pc:inkChg>
        <pc:inkChg chg="add">
          <ac:chgData name="kumar sundram" userId="93422668bb59e199" providerId="LiveId" clId="{ECC9F114-2A0D-4A01-8D1D-BA70B699E1B9}" dt="2025-03-01T06:11:08.594" v="110" actId="9405"/>
          <ac:inkMkLst>
            <pc:docMk/>
            <pc:sldMk cId="0" sldId="261"/>
            <ac:inkMk id="40" creationId="{88E7232D-E4D9-F3B5-9B90-1BB92A378A04}"/>
          </ac:inkMkLst>
        </pc:inkChg>
        <pc:inkChg chg="add">
          <ac:chgData name="kumar sundram" userId="93422668bb59e199" providerId="LiveId" clId="{ECC9F114-2A0D-4A01-8D1D-BA70B699E1B9}" dt="2025-03-01T06:11:09.067" v="111" actId="9405"/>
          <ac:inkMkLst>
            <pc:docMk/>
            <pc:sldMk cId="0" sldId="261"/>
            <ac:inkMk id="41" creationId="{2F64E421-0444-A3CB-9A74-956185180366}"/>
          </ac:inkMkLst>
        </pc:inkChg>
        <pc:inkChg chg="add">
          <ac:chgData name="kumar sundram" userId="93422668bb59e199" providerId="LiveId" clId="{ECC9F114-2A0D-4A01-8D1D-BA70B699E1B9}" dt="2025-03-01T06:11:09.304" v="112" actId="9405"/>
          <ac:inkMkLst>
            <pc:docMk/>
            <pc:sldMk cId="0" sldId="261"/>
            <ac:inkMk id="42" creationId="{ED1177E2-7D12-B827-0B56-64C4C4F94CFF}"/>
          </ac:inkMkLst>
        </pc:inkChg>
        <pc:inkChg chg="add">
          <ac:chgData name="kumar sundram" userId="93422668bb59e199" providerId="LiveId" clId="{ECC9F114-2A0D-4A01-8D1D-BA70B699E1B9}" dt="2025-03-01T06:11:09.719" v="113" actId="9405"/>
          <ac:inkMkLst>
            <pc:docMk/>
            <pc:sldMk cId="0" sldId="261"/>
            <ac:inkMk id="43" creationId="{F5FE1E49-868E-FF04-E750-448A549CCE40}"/>
          </ac:inkMkLst>
        </pc:inkChg>
        <pc:inkChg chg="add">
          <ac:chgData name="kumar sundram" userId="93422668bb59e199" providerId="LiveId" clId="{ECC9F114-2A0D-4A01-8D1D-BA70B699E1B9}" dt="2025-03-01T06:11:10.083" v="114" actId="9405"/>
          <ac:inkMkLst>
            <pc:docMk/>
            <pc:sldMk cId="0" sldId="261"/>
            <ac:inkMk id="44" creationId="{3F3FEBFA-8D39-EB63-0DBD-A95BDBA8D680}"/>
          </ac:inkMkLst>
        </pc:inkChg>
        <pc:inkChg chg="add">
          <ac:chgData name="kumar sundram" userId="93422668bb59e199" providerId="LiveId" clId="{ECC9F114-2A0D-4A01-8D1D-BA70B699E1B9}" dt="2025-03-01T06:11:10.602" v="115" actId="9405"/>
          <ac:inkMkLst>
            <pc:docMk/>
            <pc:sldMk cId="0" sldId="261"/>
            <ac:inkMk id="45" creationId="{8D87FB88-E50A-C611-0798-4EC30728A689}"/>
          </ac:inkMkLst>
        </pc:inkChg>
        <pc:inkChg chg="add">
          <ac:chgData name="kumar sundram" userId="93422668bb59e199" providerId="LiveId" clId="{ECC9F114-2A0D-4A01-8D1D-BA70B699E1B9}" dt="2025-03-01T06:11:11.846" v="116" actId="9405"/>
          <ac:inkMkLst>
            <pc:docMk/>
            <pc:sldMk cId="0" sldId="261"/>
            <ac:inkMk id="46" creationId="{315D6689-2E12-0C93-A921-2F06E2F1DA80}"/>
          </ac:inkMkLst>
        </pc:inkChg>
        <pc:inkChg chg="add">
          <ac:chgData name="kumar sundram" userId="93422668bb59e199" providerId="LiveId" clId="{ECC9F114-2A0D-4A01-8D1D-BA70B699E1B9}" dt="2025-03-01T06:11:12.650" v="117" actId="9405"/>
          <ac:inkMkLst>
            <pc:docMk/>
            <pc:sldMk cId="0" sldId="261"/>
            <ac:inkMk id="47" creationId="{65E1D5AF-D634-1A5D-10B2-8D0AA7079CA0}"/>
          </ac:inkMkLst>
        </pc:inkChg>
        <pc:inkChg chg="add mod">
          <ac:chgData name="kumar sundram" userId="93422668bb59e199" providerId="LiveId" clId="{ECC9F114-2A0D-4A01-8D1D-BA70B699E1B9}" dt="2025-03-01T06:11:20.525" v="131"/>
          <ac:inkMkLst>
            <pc:docMk/>
            <pc:sldMk cId="0" sldId="261"/>
            <ac:inkMk id="48" creationId="{E720646F-8EC1-7ED9-95A3-04CAC7A71176}"/>
          </ac:inkMkLst>
        </pc:inkChg>
        <pc:inkChg chg="add">
          <ac:chgData name="kumar sundram" userId="93422668bb59e199" providerId="LiveId" clId="{ECC9F114-2A0D-4A01-8D1D-BA70B699E1B9}" dt="2025-03-01T06:11:13.333" v="119" actId="9405"/>
          <ac:inkMkLst>
            <pc:docMk/>
            <pc:sldMk cId="0" sldId="261"/>
            <ac:inkMk id="49" creationId="{5CFD846E-A05F-2CC8-4461-28078D18EC1B}"/>
          </ac:inkMkLst>
        </pc:inkChg>
        <pc:inkChg chg="add">
          <ac:chgData name="kumar sundram" userId="93422668bb59e199" providerId="LiveId" clId="{ECC9F114-2A0D-4A01-8D1D-BA70B699E1B9}" dt="2025-03-01T06:11:13.803" v="120" actId="9405"/>
          <ac:inkMkLst>
            <pc:docMk/>
            <pc:sldMk cId="0" sldId="261"/>
            <ac:inkMk id="50" creationId="{C73503CD-2FCB-2308-23AF-DD8E43BD22B5}"/>
          </ac:inkMkLst>
        </pc:inkChg>
        <pc:inkChg chg="add">
          <ac:chgData name="kumar sundram" userId="93422668bb59e199" providerId="LiveId" clId="{ECC9F114-2A0D-4A01-8D1D-BA70B699E1B9}" dt="2025-03-01T06:11:14.277" v="121" actId="9405"/>
          <ac:inkMkLst>
            <pc:docMk/>
            <pc:sldMk cId="0" sldId="261"/>
            <ac:inkMk id="51" creationId="{DBD9964F-CDA2-75CB-4430-E9407B392EFA}"/>
          </ac:inkMkLst>
        </pc:inkChg>
        <pc:inkChg chg="add mod">
          <ac:chgData name="kumar sundram" userId="93422668bb59e199" providerId="LiveId" clId="{ECC9F114-2A0D-4A01-8D1D-BA70B699E1B9}" dt="2025-03-01T06:11:20.525" v="131"/>
          <ac:inkMkLst>
            <pc:docMk/>
            <pc:sldMk cId="0" sldId="261"/>
            <ac:inkMk id="52" creationId="{979C538E-12C4-0771-B085-48BA77863F28}"/>
          </ac:inkMkLst>
        </pc:inkChg>
        <pc:inkChg chg="add">
          <ac:chgData name="kumar sundram" userId="93422668bb59e199" providerId="LiveId" clId="{ECC9F114-2A0D-4A01-8D1D-BA70B699E1B9}" dt="2025-03-01T06:11:15.135" v="123" actId="9405"/>
          <ac:inkMkLst>
            <pc:docMk/>
            <pc:sldMk cId="0" sldId="261"/>
            <ac:inkMk id="53" creationId="{2B24BE2A-BC6B-C3F6-13B7-991C59637D43}"/>
          </ac:inkMkLst>
        </pc:inkChg>
        <pc:inkChg chg="add">
          <ac:chgData name="kumar sundram" userId="93422668bb59e199" providerId="LiveId" clId="{ECC9F114-2A0D-4A01-8D1D-BA70B699E1B9}" dt="2025-03-01T06:11:16.069" v="124" actId="9405"/>
          <ac:inkMkLst>
            <pc:docMk/>
            <pc:sldMk cId="0" sldId="261"/>
            <ac:inkMk id="54" creationId="{BCFF765B-5D24-E3ED-932C-155A56854D94}"/>
          </ac:inkMkLst>
        </pc:inkChg>
        <pc:inkChg chg="add mod">
          <ac:chgData name="kumar sundram" userId="93422668bb59e199" providerId="LiveId" clId="{ECC9F114-2A0D-4A01-8D1D-BA70B699E1B9}" dt="2025-03-01T06:11:20.525" v="131"/>
          <ac:inkMkLst>
            <pc:docMk/>
            <pc:sldMk cId="0" sldId="261"/>
            <ac:inkMk id="55" creationId="{C225E12F-F879-3C70-F605-7000533642CB}"/>
          </ac:inkMkLst>
        </pc:inkChg>
        <pc:inkChg chg="add mod">
          <ac:chgData name="kumar sundram" userId="93422668bb59e199" providerId="LiveId" clId="{ECC9F114-2A0D-4A01-8D1D-BA70B699E1B9}" dt="2025-03-01T06:11:20.525" v="131"/>
          <ac:inkMkLst>
            <pc:docMk/>
            <pc:sldMk cId="0" sldId="261"/>
            <ac:inkMk id="56" creationId="{2D39031F-6A08-1B27-211D-3C142A1793E6}"/>
          </ac:inkMkLst>
        </pc:inkChg>
        <pc:inkChg chg="add mod">
          <ac:chgData name="kumar sundram" userId="93422668bb59e199" providerId="LiveId" clId="{ECC9F114-2A0D-4A01-8D1D-BA70B699E1B9}" dt="2025-03-01T06:11:20.525" v="131"/>
          <ac:inkMkLst>
            <pc:docMk/>
            <pc:sldMk cId="0" sldId="261"/>
            <ac:inkMk id="57" creationId="{81E56CAD-0773-0C89-1681-C29DB7D72EC3}"/>
          </ac:inkMkLst>
        </pc:inkChg>
        <pc:inkChg chg="add">
          <ac:chgData name="kumar sundram" userId="93422668bb59e199" providerId="LiveId" clId="{ECC9F114-2A0D-4A01-8D1D-BA70B699E1B9}" dt="2025-03-01T06:11:17.648" v="128" actId="9405"/>
          <ac:inkMkLst>
            <pc:docMk/>
            <pc:sldMk cId="0" sldId="261"/>
            <ac:inkMk id="58" creationId="{A3BF5B20-7347-1861-0802-2996EBD9E289}"/>
          </ac:inkMkLst>
        </pc:inkChg>
        <pc:inkChg chg="add">
          <ac:chgData name="kumar sundram" userId="93422668bb59e199" providerId="LiveId" clId="{ECC9F114-2A0D-4A01-8D1D-BA70B699E1B9}" dt="2025-03-01T06:11:17.972" v="129" actId="9405"/>
          <ac:inkMkLst>
            <pc:docMk/>
            <pc:sldMk cId="0" sldId="261"/>
            <ac:inkMk id="59" creationId="{D79C0649-3251-8CCD-C252-7260161F6A2A}"/>
          </ac:inkMkLst>
        </pc:inkChg>
        <pc:inkChg chg="add">
          <ac:chgData name="kumar sundram" userId="93422668bb59e199" providerId="LiveId" clId="{ECC9F114-2A0D-4A01-8D1D-BA70B699E1B9}" dt="2025-03-01T06:11:19.649" v="130" actId="9405"/>
          <ac:inkMkLst>
            <pc:docMk/>
            <pc:sldMk cId="0" sldId="261"/>
            <ac:inkMk id="60" creationId="{BF2CF96A-DA08-A806-EA48-A148AAB9B513}"/>
          </ac:inkMkLst>
        </pc:inkChg>
        <pc:inkChg chg="add mod">
          <ac:chgData name="kumar sundram" userId="93422668bb59e199" providerId="LiveId" clId="{ECC9F114-2A0D-4A01-8D1D-BA70B699E1B9}" dt="2025-03-01T06:11:30.314" v="135"/>
          <ac:inkMkLst>
            <pc:docMk/>
            <pc:sldMk cId="0" sldId="261"/>
            <ac:inkMk id="62" creationId="{31E59B2F-A0C8-6875-74BC-D6CCC113B0FF}"/>
          </ac:inkMkLst>
        </pc:inkChg>
        <pc:inkChg chg="add mod">
          <ac:chgData name="kumar sundram" userId="93422668bb59e199" providerId="LiveId" clId="{ECC9F114-2A0D-4A01-8D1D-BA70B699E1B9}" dt="2025-03-01T06:11:30.314" v="135"/>
          <ac:inkMkLst>
            <pc:docMk/>
            <pc:sldMk cId="0" sldId="261"/>
            <ac:inkMk id="63" creationId="{BB0731E4-2053-B1FB-6267-8313B81F7DEA}"/>
          </ac:inkMkLst>
        </pc:inkChg>
        <pc:inkChg chg="add mod">
          <ac:chgData name="kumar sundram" userId="93422668bb59e199" providerId="LiveId" clId="{ECC9F114-2A0D-4A01-8D1D-BA70B699E1B9}" dt="2025-03-01T06:11:30.314" v="135"/>
          <ac:inkMkLst>
            <pc:docMk/>
            <pc:sldMk cId="0" sldId="261"/>
            <ac:inkMk id="64" creationId="{1A30BE75-66B8-9A04-35EE-F159F304D4AB}"/>
          </ac:inkMkLst>
        </pc:inkChg>
      </pc:sldChg>
      <pc:sldChg chg="addSp delSp modSp mod">
        <pc:chgData name="kumar sundram" userId="93422668bb59e199" providerId="LiveId" clId="{ECC9F114-2A0D-4A01-8D1D-BA70B699E1B9}" dt="2025-03-01T06:13:15.272" v="201" actId="9405"/>
        <pc:sldMkLst>
          <pc:docMk/>
          <pc:sldMk cId="0" sldId="262"/>
        </pc:sldMkLst>
        <pc:grpChg chg="del mod">
          <ac:chgData name="kumar sundram" userId="93422668bb59e199" providerId="LiveId" clId="{ECC9F114-2A0D-4A01-8D1D-BA70B699E1B9}" dt="2025-03-01T06:12:11.743" v="154"/>
          <ac:grpSpMkLst>
            <pc:docMk/>
            <pc:sldMk cId="0" sldId="262"/>
            <ac:grpSpMk id="27" creationId="{5C6B02B5-A594-3F6F-18E1-325178DE57DF}"/>
          </ac:grpSpMkLst>
        </pc:grpChg>
        <pc:grpChg chg="del mod">
          <ac:chgData name="kumar sundram" userId="93422668bb59e199" providerId="LiveId" clId="{ECC9F114-2A0D-4A01-8D1D-BA70B699E1B9}" dt="2025-03-01T06:12:02.828" v="146"/>
          <ac:grpSpMkLst>
            <pc:docMk/>
            <pc:sldMk cId="0" sldId="262"/>
            <ac:grpSpMk id="29" creationId="{FABBFA1D-E184-E034-8A56-8ECA1A66889A}"/>
          </ac:grpSpMkLst>
        </pc:grpChg>
        <pc:grpChg chg="del mod">
          <ac:chgData name="kumar sundram" userId="93422668bb59e199" providerId="LiveId" clId="{ECC9F114-2A0D-4A01-8D1D-BA70B699E1B9}" dt="2025-03-01T06:12:11.743" v="154"/>
          <ac:grpSpMkLst>
            <pc:docMk/>
            <pc:sldMk cId="0" sldId="262"/>
            <ac:grpSpMk id="32" creationId="{93F5E05A-DE87-4657-D469-4C3CEB590AB7}"/>
          </ac:grpSpMkLst>
        </pc:grpChg>
        <pc:grpChg chg="del mod">
          <ac:chgData name="kumar sundram" userId="93422668bb59e199" providerId="LiveId" clId="{ECC9F114-2A0D-4A01-8D1D-BA70B699E1B9}" dt="2025-03-01T06:12:17.141" v="160"/>
          <ac:grpSpMkLst>
            <pc:docMk/>
            <pc:sldMk cId="0" sldId="262"/>
            <ac:grpSpMk id="40" creationId="{E1EBD091-4220-2068-CFFD-5F0EEDBCCD23}"/>
          </ac:grpSpMkLst>
        </pc:grpChg>
        <pc:grpChg chg="del mod">
          <ac:chgData name="kumar sundram" userId="93422668bb59e199" providerId="LiveId" clId="{ECC9F114-2A0D-4A01-8D1D-BA70B699E1B9}" dt="2025-03-01T06:12:17.141" v="160"/>
          <ac:grpSpMkLst>
            <pc:docMk/>
            <pc:sldMk cId="0" sldId="262"/>
            <ac:grpSpMk id="46" creationId="{123B7A64-E9EC-05D2-DA48-BCA36186D7CD}"/>
          </ac:grpSpMkLst>
        </pc:grpChg>
        <pc:grpChg chg="del mod">
          <ac:chgData name="kumar sundram" userId="93422668bb59e199" providerId="LiveId" clId="{ECC9F114-2A0D-4A01-8D1D-BA70B699E1B9}" dt="2025-03-01T06:12:40.292" v="165"/>
          <ac:grpSpMkLst>
            <pc:docMk/>
            <pc:sldMk cId="0" sldId="262"/>
            <ac:grpSpMk id="47" creationId="{79C355CD-9546-A20B-6D70-FFD7DC4A0BAB}"/>
          </ac:grpSpMkLst>
        </pc:grpChg>
        <pc:grpChg chg="del mod">
          <ac:chgData name="kumar sundram" userId="93422668bb59e199" providerId="LiveId" clId="{ECC9F114-2A0D-4A01-8D1D-BA70B699E1B9}" dt="2025-03-01T06:12:43.545" v="167"/>
          <ac:grpSpMkLst>
            <pc:docMk/>
            <pc:sldMk cId="0" sldId="262"/>
            <ac:grpSpMk id="52" creationId="{2BA46E6C-C590-9E5C-1044-BDD2412F51BB}"/>
          </ac:grpSpMkLst>
        </pc:grpChg>
        <pc:grpChg chg="del mod">
          <ac:chgData name="kumar sundram" userId="93422668bb59e199" providerId="LiveId" clId="{ECC9F114-2A0D-4A01-8D1D-BA70B699E1B9}" dt="2025-03-01T06:12:50.150" v="172"/>
          <ac:grpSpMkLst>
            <pc:docMk/>
            <pc:sldMk cId="0" sldId="262"/>
            <ac:grpSpMk id="54" creationId="{337B399E-A41F-4942-D74C-19944BAD9ED2}"/>
          </ac:grpSpMkLst>
        </pc:grpChg>
        <pc:grpChg chg="del mod">
          <ac:chgData name="kumar sundram" userId="93422668bb59e199" providerId="LiveId" clId="{ECC9F114-2A0D-4A01-8D1D-BA70B699E1B9}" dt="2025-03-01T06:12:57.850" v="174"/>
          <ac:grpSpMkLst>
            <pc:docMk/>
            <pc:sldMk cId="0" sldId="262"/>
            <ac:grpSpMk id="59" creationId="{12EAE4E3-7DDF-EC5F-75BF-3AA96452BDD0}"/>
          </ac:grpSpMkLst>
        </pc:grpChg>
        <pc:grpChg chg="del mod">
          <ac:chgData name="kumar sundram" userId="93422668bb59e199" providerId="LiveId" clId="{ECC9F114-2A0D-4A01-8D1D-BA70B699E1B9}" dt="2025-03-01T06:13:09.819" v="193"/>
          <ac:grpSpMkLst>
            <pc:docMk/>
            <pc:sldMk cId="0" sldId="262"/>
            <ac:grpSpMk id="61" creationId="{CC9F0664-A0E0-407E-2560-E6EEB611F6B7}"/>
          </ac:grpSpMkLst>
        </pc:grpChg>
        <pc:grpChg chg="del mod">
          <ac:chgData name="kumar sundram" userId="93422668bb59e199" providerId="LiveId" clId="{ECC9F114-2A0D-4A01-8D1D-BA70B699E1B9}" dt="2025-03-01T06:13:09.819" v="193"/>
          <ac:grpSpMkLst>
            <pc:docMk/>
            <pc:sldMk cId="0" sldId="262"/>
            <ac:grpSpMk id="80" creationId="{AAB57C9C-D86F-DE6E-6A8F-2ED3C8E32475}"/>
          </ac:grpSpMkLst>
        </pc:grpChg>
        <pc:grpChg chg="mod">
          <ac:chgData name="kumar sundram" userId="93422668bb59e199" providerId="LiveId" clId="{ECC9F114-2A0D-4A01-8D1D-BA70B699E1B9}" dt="2025-03-01T06:13:09.819" v="193"/>
          <ac:grpSpMkLst>
            <pc:docMk/>
            <pc:sldMk cId="0" sldId="262"/>
            <ac:grpSpMk id="81" creationId="{5F3EC578-FD8D-F7F0-AB23-C62FE834C5A5}"/>
          </ac:grpSpMkLst>
        </pc:grpChg>
        <pc:grpChg chg="mod">
          <ac:chgData name="kumar sundram" userId="93422668bb59e199" providerId="LiveId" clId="{ECC9F114-2A0D-4A01-8D1D-BA70B699E1B9}" dt="2025-03-01T06:13:14.894" v="200"/>
          <ac:grpSpMkLst>
            <pc:docMk/>
            <pc:sldMk cId="0" sldId="262"/>
            <ac:grpSpMk id="86" creationId="{ED2E82DC-1097-F9B9-4834-DA687158F629}"/>
          </ac:grpSpMkLst>
        </pc:grpChg>
        <pc:inkChg chg="add">
          <ac:chgData name="kumar sundram" userId="93422668bb59e199" providerId="LiveId" clId="{ECC9F114-2A0D-4A01-8D1D-BA70B699E1B9}" dt="2025-03-01T06:11:53.586" v="136" actId="9405"/>
          <ac:inkMkLst>
            <pc:docMk/>
            <pc:sldMk cId="0" sldId="262"/>
            <ac:inkMk id="22" creationId="{D535614D-A0EF-ED79-EFA3-55FAFE9AF70F}"/>
          </ac:inkMkLst>
        </pc:inkChg>
        <pc:inkChg chg="add mod">
          <ac:chgData name="kumar sundram" userId="93422668bb59e199" providerId="LiveId" clId="{ECC9F114-2A0D-4A01-8D1D-BA70B699E1B9}" dt="2025-03-01T06:11:59.912" v="141"/>
          <ac:inkMkLst>
            <pc:docMk/>
            <pc:sldMk cId="0" sldId="262"/>
            <ac:inkMk id="23" creationId="{FEBC53A9-8B19-8084-E85B-40AEFEE7450C}"/>
          </ac:inkMkLst>
        </pc:inkChg>
        <pc:inkChg chg="add mod">
          <ac:chgData name="kumar sundram" userId="93422668bb59e199" providerId="LiveId" clId="{ECC9F114-2A0D-4A01-8D1D-BA70B699E1B9}" dt="2025-03-01T06:13:09.819" v="193"/>
          <ac:inkMkLst>
            <pc:docMk/>
            <pc:sldMk cId="0" sldId="262"/>
            <ac:inkMk id="24" creationId="{D920B977-3753-0692-FFD9-ADD68EB5FFAC}"/>
          </ac:inkMkLst>
        </pc:inkChg>
        <pc:inkChg chg="add mod">
          <ac:chgData name="kumar sundram" userId="93422668bb59e199" providerId="LiveId" clId="{ECC9F114-2A0D-4A01-8D1D-BA70B699E1B9}" dt="2025-03-01T06:12:11.743" v="154"/>
          <ac:inkMkLst>
            <pc:docMk/>
            <pc:sldMk cId="0" sldId="262"/>
            <ac:inkMk id="25" creationId="{BE52989F-1A1A-1AF4-A8C3-A1CB8E7407CF}"/>
          </ac:inkMkLst>
        </pc:inkChg>
        <pc:inkChg chg="add mod">
          <ac:chgData name="kumar sundram" userId="93422668bb59e199" providerId="LiveId" clId="{ECC9F114-2A0D-4A01-8D1D-BA70B699E1B9}" dt="2025-03-01T06:12:02.828" v="146"/>
          <ac:inkMkLst>
            <pc:docMk/>
            <pc:sldMk cId="0" sldId="262"/>
            <ac:inkMk id="26" creationId="{40D2A1FD-17BD-7923-956A-D3486A67DD69}"/>
          </ac:inkMkLst>
        </pc:inkChg>
        <pc:inkChg chg="add mod">
          <ac:chgData name="kumar sundram" userId="93422668bb59e199" providerId="LiveId" clId="{ECC9F114-2A0D-4A01-8D1D-BA70B699E1B9}" dt="2025-03-01T06:12:02.828" v="146"/>
          <ac:inkMkLst>
            <pc:docMk/>
            <pc:sldMk cId="0" sldId="262"/>
            <ac:inkMk id="28" creationId="{5A754947-507A-A0A9-2C9C-848E6F7965BE}"/>
          </ac:inkMkLst>
        </pc:inkChg>
        <pc:inkChg chg="add mod">
          <ac:chgData name="kumar sundram" userId="93422668bb59e199" providerId="LiveId" clId="{ECC9F114-2A0D-4A01-8D1D-BA70B699E1B9}" dt="2025-03-01T06:12:17.141" v="160"/>
          <ac:inkMkLst>
            <pc:docMk/>
            <pc:sldMk cId="0" sldId="262"/>
            <ac:inkMk id="30" creationId="{DEA8B819-AF18-E74C-A3B8-D9C92C2DD32A}"/>
          </ac:inkMkLst>
        </pc:inkChg>
        <pc:inkChg chg="add">
          <ac:chgData name="kumar sundram" userId="93422668bb59e199" providerId="LiveId" clId="{ECC9F114-2A0D-4A01-8D1D-BA70B699E1B9}" dt="2025-03-01T06:12:02.335" v="145" actId="9405"/>
          <ac:inkMkLst>
            <pc:docMk/>
            <pc:sldMk cId="0" sldId="262"/>
            <ac:inkMk id="31" creationId="{D9FA68A2-E2AE-89CE-1BFA-B05026225EE4}"/>
          </ac:inkMkLst>
        </pc:inkChg>
        <pc:inkChg chg="add mod">
          <ac:chgData name="kumar sundram" userId="93422668bb59e199" providerId="LiveId" clId="{ECC9F114-2A0D-4A01-8D1D-BA70B699E1B9}" dt="2025-03-01T06:12:50.150" v="172"/>
          <ac:inkMkLst>
            <pc:docMk/>
            <pc:sldMk cId="0" sldId="262"/>
            <ac:inkMk id="33" creationId="{1089E450-AAE7-1F9F-D5E2-BA4087501E4C}"/>
          </ac:inkMkLst>
        </pc:inkChg>
        <pc:inkChg chg="add mod">
          <ac:chgData name="kumar sundram" userId="93422668bb59e199" providerId="LiveId" clId="{ECC9F114-2A0D-4A01-8D1D-BA70B699E1B9}" dt="2025-03-01T06:12:57.850" v="174"/>
          <ac:inkMkLst>
            <pc:docMk/>
            <pc:sldMk cId="0" sldId="262"/>
            <ac:inkMk id="34" creationId="{0345F3CD-6E70-1A2A-DC3C-5C7366979F6A}"/>
          </ac:inkMkLst>
        </pc:inkChg>
        <pc:inkChg chg="add mod">
          <ac:chgData name="kumar sundram" userId="93422668bb59e199" providerId="LiveId" clId="{ECC9F114-2A0D-4A01-8D1D-BA70B699E1B9}" dt="2025-03-01T06:13:09.819" v="193"/>
          <ac:inkMkLst>
            <pc:docMk/>
            <pc:sldMk cId="0" sldId="262"/>
            <ac:inkMk id="35" creationId="{18239293-D598-07CA-4A4D-F675C2236615}"/>
          </ac:inkMkLst>
        </pc:inkChg>
        <pc:inkChg chg="add mod">
          <ac:chgData name="kumar sundram" userId="93422668bb59e199" providerId="LiveId" clId="{ECC9F114-2A0D-4A01-8D1D-BA70B699E1B9}" dt="2025-03-01T06:12:11.743" v="154"/>
          <ac:inkMkLst>
            <pc:docMk/>
            <pc:sldMk cId="0" sldId="262"/>
            <ac:inkMk id="36" creationId="{08BEE898-6757-2CF3-0B53-389D102BA47D}"/>
          </ac:inkMkLst>
        </pc:inkChg>
        <pc:inkChg chg="add">
          <ac:chgData name="kumar sundram" userId="93422668bb59e199" providerId="LiveId" clId="{ECC9F114-2A0D-4A01-8D1D-BA70B699E1B9}" dt="2025-03-01T06:12:08.545" v="151" actId="9405"/>
          <ac:inkMkLst>
            <pc:docMk/>
            <pc:sldMk cId="0" sldId="262"/>
            <ac:inkMk id="37" creationId="{20689EEE-900F-A306-A590-296AD8762AE5}"/>
          </ac:inkMkLst>
        </pc:inkChg>
        <pc:inkChg chg="add mod">
          <ac:chgData name="kumar sundram" userId="93422668bb59e199" providerId="LiveId" clId="{ECC9F114-2A0D-4A01-8D1D-BA70B699E1B9}" dt="2025-03-01T06:13:09.819" v="193"/>
          <ac:inkMkLst>
            <pc:docMk/>
            <pc:sldMk cId="0" sldId="262"/>
            <ac:inkMk id="38" creationId="{E26FEAEB-8627-C736-9CD9-A620F29E0497}"/>
          </ac:inkMkLst>
        </pc:inkChg>
        <pc:inkChg chg="add mod">
          <ac:chgData name="kumar sundram" userId="93422668bb59e199" providerId="LiveId" clId="{ECC9F114-2A0D-4A01-8D1D-BA70B699E1B9}" dt="2025-03-01T06:12:11.743" v="154"/>
          <ac:inkMkLst>
            <pc:docMk/>
            <pc:sldMk cId="0" sldId="262"/>
            <ac:inkMk id="39" creationId="{0334CAA7-1F2A-A7D3-E6C3-4C849ED82215}"/>
          </ac:inkMkLst>
        </pc:inkChg>
        <pc:inkChg chg="add mod">
          <ac:chgData name="kumar sundram" userId="93422668bb59e199" providerId="LiveId" clId="{ECC9F114-2A0D-4A01-8D1D-BA70B699E1B9}" dt="2025-03-01T06:13:09.819" v="193"/>
          <ac:inkMkLst>
            <pc:docMk/>
            <pc:sldMk cId="0" sldId="262"/>
            <ac:inkMk id="41" creationId="{47E80F24-9446-2876-6CF4-C60793D22F57}"/>
          </ac:inkMkLst>
        </pc:inkChg>
        <pc:inkChg chg="add mod">
          <ac:chgData name="kumar sundram" userId="93422668bb59e199" providerId="LiveId" clId="{ECC9F114-2A0D-4A01-8D1D-BA70B699E1B9}" dt="2025-03-01T06:12:57.850" v="174"/>
          <ac:inkMkLst>
            <pc:docMk/>
            <pc:sldMk cId="0" sldId="262"/>
            <ac:inkMk id="42" creationId="{2758AAEC-C055-CB91-86FF-E35C69432229}"/>
          </ac:inkMkLst>
        </pc:inkChg>
        <pc:inkChg chg="add mod">
          <ac:chgData name="kumar sundram" userId="93422668bb59e199" providerId="LiveId" clId="{ECC9F114-2A0D-4A01-8D1D-BA70B699E1B9}" dt="2025-03-01T06:12:57.850" v="174"/>
          <ac:inkMkLst>
            <pc:docMk/>
            <pc:sldMk cId="0" sldId="262"/>
            <ac:inkMk id="43" creationId="{14F777CD-A880-7EA2-14B3-0EE2C49E1DF8}"/>
          </ac:inkMkLst>
        </pc:inkChg>
        <pc:inkChg chg="add">
          <ac:chgData name="kumar sundram" userId="93422668bb59e199" providerId="LiveId" clId="{ECC9F114-2A0D-4A01-8D1D-BA70B699E1B9}" dt="2025-03-01T06:12:16.350" v="158" actId="9405"/>
          <ac:inkMkLst>
            <pc:docMk/>
            <pc:sldMk cId="0" sldId="262"/>
            <ac:inkMk id="44" creationId="{CE710FB3-D15D-6F18-7BE0-59E2D9F9BFD1}"/>
          </ac:inkMkLst>
        </pc:inkChg>
        <pc:inkChg chg="add mod">
          <ac:chgData name="kumar sundram" userId="93422668bb59e199" providerId="LiveId" clId="{ECC9F114-2A0D-4A01-8D1D-BA70B699E1B9}" dt="2025-03-01T06:12:17.141" v="160"/>
          <ac:inkMkLst>
            <pc:docMk/>
            <pc:sldMk cId="0" sldId="262"/>
            <ac:inkMk id="45" creationId="{80F378AE-837A-40CE-3C01-D0312A23A5A5}"/>
          </ac:inkMkLst>
        </pc:inkChg>
        <pc:inkChg chg="add mod">
          <ac:chgData name="kumar sundram" userId="93422668bb59e199" providerId="LiveId" clId="{ECC9F114-2A0D-4A01-8D1D-BA70B699E1B9}" dt="2025-03-01T06:13:09.819" v="193"/>
          <ac:inkMkLst>
            <pc:docMk/>
            <pc:sldMk cId="0" sldId="262"/>
            <ac:inkMk id="48" creationId="{63F0D43B-F09E-4427-4F00-30AE5DFFB970}"/>
          </ac:inkMkLst>
        </pc:inkChg>
        <pc:inkChg chg="add mod">
          <ac:chgData name="kumar sundram" userId="93422668bb59e199" providerId="LiveId" clId="{ECC9F114-2A0D-4A01-8D1D-BA70B699E1B9}" dt="2025-03-01T06:12:57.850" v="174"/>
          <ac:inkMkLst>
            <pc:docMk/>
            <pc:sldMk cId="0" sldId="262"/>
            <ac:inkMk id="49" creationId="{8B414E34-0085-4D24-EE57-F58068E71029}"/>
          </ac:inkMkLst>
        </pc:inkChg>
        <pc:inkChg chg="add mod">
          <ac:chgData name="kumar sundram" userId="93422668bb59e199" providerId="LiveId" clId="{ECC9F114-2A0D-4A01-8D1D-BA70B699E1B9}" dt="2025-03-01T06:12:57.850" v="174"/>
          <ac:inkMkLst>
            <pc:docMk/>
            <pc:sldMk cId="0" sldId="262"/>
            <ac:inkMk id="50" creationId="{19F264C4-5067-357D-ED24-CF49ED086963}"/>
          </ac:inkMkLst>
        </pc:inkChg>
        <pc:inkChg chg="add">
          <ac:chgData name="kumar sundram" userId="93422668bb59e199" providerId="LiveId" clId="{ECC9F114-2A0D-4A01-8D1D-BA70B699E1B9}" dt="2025-03-01T06:12:39.613" v="164" actId="9405"/>
          <ac:inkMkLst>
            <pc:docMk/>
            <pc:sldMk cId="0" sldId="262"/>
            <ac:inkMk id="51" creationId="{5B4599F0-7338-E5CF-9D49-0BCC8A84EA23}"/>
          </ac:inkMkLst>
        </pc:inkChg>
        <pc:inkChg chg="add">
          <ac:chgData name="kumar sundram" userId="93422668bb59e199" providerId="LiveId" clId="{ECC9F114-2A0D-4A01-8D1D-BA70B699E1B9}" dt="2025-03-01T06:12:42.581" v="166" actId="9405"/>
          <ac:inkMkLst>
            <pc:docMk/>
            <pc:sldMk cId="0" sldId="262"/>
            <ac:inkMk id="53" creationId="{B0523AD0-EE22-2970-6A16-0C2B403CF185}"/>
          </ac:inkMkLst>
        </pc:inkChg>
        <pc:inkChg chg="add">
          <ac:chgData name="kumar sundram" userId="93422668bb59e199" providerId="LiveId" clId="{ECC9F114-2A0D-4A01-8D1D-BA70B699E1B9}" dt="2025-03-01T06:12:44.667" v="168" actId="9405"/>
          <ac:inkMkLst>
            <pc:docMk/>
            <pc:sldMk cId="0" sldId="262"/>
            <ac:inkMk id="55" creationId="{FB205105-A46A-5F09-9ECF-566A609E0B04}"/>
          </ac:inkMkLst>
        </pc:inkChg>
        <pc:inkChg chg="add">
          <ac:chgData name="kumar sundram" userId="93422668bb59e199" providerId="LiveId" clId="{ECC9F114-2A0D-4A01-8D1D-BA70B699E1B9}" dt="2025-03-01T06:12:45.819" v="169" actId="9405"/>
          <ac:inkMkLst>
            <pc:docMk/>
            <pc:sldMk cId="0" sldId="262"/>
            <ac:inkMk id="56" creationId="{63B98667-DB02-79CA-8147-CAA189F5A773}"/>
          </ac:inkMkLst>
        </pc:inkChg>
        <pc:inkChg chg="add">
          <ac:chgData name="kumar sundram" userId="93422668bb59e199" providerId="LiveId" clId="{ECC9F114-2A0D-4A01-8D1D-BA70B699E1B9}" dt="2025-03-01T06:12:46.743" v="170" actId="9405"/>
          <ac:inkMkLst>
            <pc:docMk/>
            <pc:sldMk cId="0" sldId="262"/>
            <ac:inkMk id="57" creationId="{EB939D46-8B2F-0F36-12BE-DF96EF8817A5}"/>
          </ac:inkMkLst>
        </pc:inkChg>
        <pc:inkChg chg="add">
          <ac:chgData name="kumar sundram" userId="93422668bb59e199" providerId="LiveId" clId="{ECC9F114-2A0D-4A01-8D1D-BA70B699E1B9}" dt="2025-03-01T06:12:49.262" v="171" actId="9405"/>
          <ac:inkMkLst>
            <pc:docMk/>
            <pc:sldMk cId="0" sldId="262"/>
            <ac:inkMk id="58" creationId="{7892CA51-E019-39A9-6C69-9451BB2A19CE}"/>
          </ac:inkMkLst>
        </pc:inkChg>
        <pc:inkChg chg="add mod">
          <ac:chgData name="kumar sundram" userId="93422668bb59e199" providerId="LiveId" clId="{ECC9F114-2A0D-4A01-8D1D-BA70B699E1B9}" dt="2025-03-01T06:12:57.850" v="174"/>
          <ac:inkMkLst>
            <pc:docMk/>
            <pc:sldMk cId="0" sldId="262"/>
            <ac:inkMk id="60" creationId="{9563A452-7BB9-60F2-6CD0-3E4A682AF20D}"/>
          </ac:inkMkLst>
        </pc:inkChg>
        <pc:inkChg chg="add">
          <ac:chgData name="kumar sundram" userId="93422668bb59e199" providerId="LiveId" clId="{ECC9F114-2A0D-4A01-8D1D-BA70B699E1B9}" dt="2025-03-01T06:12:57.866" v="175" actId="9405"/>
          <ac:inkMkLst>
            <pc:docMk/>
            <pc:sldMk cId="0" sldId="262"/>
            <ac:inkMk id="62" creationId="{AAFD4A92-C2B8-BF07-3547-9B229C29E7C7}"/>
          </ac:inkMkLst>
        </pc:inkChg>
        <pc:inkChg chg="add">
          <ac:chgData name="kumar sundram" userId="93422668bb59e199" providerId="LiveId" clId="{ECC9F114-2A0D-4A01-8D1D-BA70B699E1B9}" dt="2025-03-01T06:12:58.557" v="176" actId="9405"/>
          <ac:inkMkLst>
            <pc:docMk/>
            <pc:sldMk cId="0" sldId="262"/>
            <ac:inkMk id="63" creationId="{A57CA7CD-F37C-F240-79FA-0062E3B01471}"/>
          </ac:inkMkLst>
        </pc:inkChg>
        <pc:inkChg chg="add">
          <ac:chgData name="kumar sundram" userId="93422668bb59e199" providerId="LiveId" clId="{ECC9F114-2A0D-4A01-8D1D-BA70B699E1B9}" dt="2025-03-01T06:12:59.365" v="177" actId="9405"/>
          <ac:inkMkLst>
            <pc:docMk/>
            <pc:sldMk cId="0" sldId="262"/>
            <ac:inkMk id="64" creationId="{4F9EAA79-AE4D-A388-EDB8-2379601CD19E}"/>
          </ac:inkMkLst>
        </pc:inkChg>
        <pc:inkChg chg="add">
          <ac:chgData name="kumar sundram" userId="93422668bb59e199" providerId="LiveId" clId="{ECC9F114-2A0D-4A01-8D1D-BA70B699E1B9}" dt="2025-03-01T06:12:59.939" v="178" actId="9405"/>
          <ac:inkMkLst>
            <pc:docMk/>
            <pc:sldMk cId="0" sldId="262"/>
            <ac:inkMk id="65" creationId="{5F32387A-F71B-0E3D-52A4-930D118A8E3D}"/>
          </ac:inkMkLst>
        </pc:inkChg>
        <pc:inkChg chg="add">
          <ac:chgData name="kumar sundram" userId="93422668bb59e199" providerId="LiveId" clId="{ECC9F114-2A0D-4A01-8D1D-BA70B699E1B9}" dt="2025-03-01T06:13:00.500" v="179" actId="9405"/>
          <ac:inkMkLst>
            <pc:docMk/>
            <pc:sldMk cId="0" sldId="262"/>
            <ac:inkMk id="66" creationId="{1DAF9A38-5BB9-1FE5-11D4-6A1F5BAB3CD3}"/>
          </ac:inkMkLst>
        </pc:inkChg>
        <pc:inkChg chg="add mod">
          <ac:chgData name="kumar sundram" userId="93422668bb59e199" providerId="LiveId" clId="{ECC9F114-2A0D-4A01-8D1D-BA70B699E1B9}" dt="2025-03-01T06:13:09.819" v="193"/>
          <ac:inkMkLst>
            <pc:docMk/>
            <pc:sldMk cId="0" sldId="262"/>
            <ac:inkMk id="67" creationId="{B2AB0233-707D-2961-361A-FF515863E0FF}"/>
          </ac:inkMkLst>
        </pc:inkChg>
        <pc:inkChg chg="add">
          <ac:chgData name="kumar sundram" userId="93422668bb59e199" providerId="LiveId" clId="{ECC9F114-2A0D-4A01-8D1D-BA70B699E1B9}" dt="2025-03-01T06:13:01.412" v="181" actId="9405"/>
          <ac:inkMkLst>
            <pc:docMk/>
            <pc:sldMk cId="0" sldId="262"/>
            <ac:inkMk id="68" creationId="{82947234-612D-8001-534B-5EEE326B6900}"/>
          </ac:inkMkLst>
        </pc:inkChg>
        <pc:inkChg chg="add">
          <ac:chgData name="kumar sundram" userId="93422668bb59e199" providerId="LiveId" clId="{ECC9F114-2A0D-4A01-8D1D-BA70B699E1B9}" dt="2025-03-01T06:13:02.081" v="182" actId="9405"/>
          <ac:inkMkLst>
            <pc:docMk/>
            <pc:sldMk cId="0" sldId="262"/>
            <ac:inkMk id="69" creationId="{8A96B9BE-2967-702B-EF68-073E0F5770E6}"/>
          </ac:inkMkLst>
        </pc:inkChg>
        <pc:inkChg chg="add">
          <ac:chgData name="kumar sundram" userId="93422668bb59e199" providerId="LiveId" clId="{ECC9F114-2A0D-4A01-8D1D-BA70B699E1B9}" dt="2025-03-01T06:13:02.438" v="183" actId="9405"/>
          <ac:inkMkLst>
            <pc:docMk/>
            <pc:sldMk cId="0" sldId="262"/>
            <ac:inkMk id="70" creationId="{D9711D0C-60FE-51B4-19DA-89024C18CA48}"/>
          </ac:inkMkLst>
        </pc:inkChg>
        <pc:inkChg chg="add">
          <ac:chgData name="kumar sundram" userId="93422668bb59e199" providerId="LiveId" clId="{ECC9F114-2A0D-4A01-8D1D-BA70B699E1B9}" dt="2025-03-01T06:13:03.325" v="184" actId="9405"/>
          <ac:inkMkLst>
            <pc:docMk/>
            <pc:sldMk cId="0" sldId="262"/>
            <ac:inkMk id="71" creationId="{FC1FBD96-E2B7-72AA-F762-9B037386F64D}"/>
          </ac:inkMkLst>
        </pc:inkChg>
        <pc:inkChg chg="add">
          <ac:chgData name="kumar sundram" userId="93422668bb59e199" providerId="LiveId" clId="{ECC9F114-2A0D-4A01-8D1D-BA70B699E1B9}" dt="2025-03-01T06:13:04.103" v="185" actId="9405"/>
          <ac:inkMkLst>
            <pc:docMk/>
            <pc:sldMk cId="0" sldId="262"/>
            <ac:inkMk id="72" creationId="{E14165F0-FEC3-4CF5-BF1F-4357A7D0488B}"/>
          </ac:inkMkLst>
        </pc:inkChg>
        <pc:inkChg chg="add">
          <ac:chgData name="kumar sundram" userId="93422668bb59e199" providerId="LiveId" clId="{ECC9F114-2A0D-4A01-8D1D-BA70B699E1B9}" dt="2025-03-01T06:13:04.868" v="186" actId="9405"/>
          <ac:inkMkLst>
            <pc:docMk/>
            <pc:sldMk cId="0" sldId="262"/>
            <ac:inkMk id="73" creationId="{6FB0E461-D8AC-55D7-6D49-148A2B72BE9B}"/>
          </ac:inkMkLst>
        </pc:inkChg>
        <pc:inkChg chg="add">
          <ac:chgData name="kumar sundram" userId="93422668bb59e199" providerId="LiveId" clId="{ECC9F114-2A0D-4A01-8D1D-BA70B699E1B9}" dt="2025-03-01T06:13:06.301" v="187" actId="9405"/>
          <ac:inkMkLst>
            <pc:docMk/>
            <pc:sldMk cId="0" sldId="262"/>
            <ac:inkMk id="74" creationId="{A8DB3659-06E8-1786-18F3-DBAA7FF86D21}"/>
          </ac:inkMkLst>
        </pc:inkChg>
        <pc:inkChg chg="add">
          <ac:chgData name="kumar sundram" userId="93422668bb59e199" providerId="LiveId" clId="{ECC9F114-2A0D-4A01-8D1D-BA70B699E1B9}" dt="2025-03-01T06:13:06.935" v="188" actId="9405"/>
          <ac:inkMkLst>
            <pc:docMk/>
            <pc:sldMk cId="0" sldId="262"/>
            <ac:inkMk id="75" creationId="{90CCD643-8288-92EA-E9A0-A349FC6868F3}"/>
          </ac:inkMkLst>
        </pc:inkChg>
        <pc:inkChg chg="add">
          <ac:chgData name="kumar sundram" userId="93422668bb59e199" providerId="LiveId" clId="{ECC9F114-2A0D-4A01-8D1D-BA70B699E1B9}" dt="2025-03-01T06:13:07.445" v="189" actId="9405"/>
          <ac:inkMkLst>
            <pc:docMk/>
            <pc:sldMk cId="0" sldId="262"/>
            <ac:inkMk id="76" creationId="{D76D0F8F-2A6B-4135-BD1F-74F8B65FDB37}"/>
          </ac:inkMkLst>
        </pc:inkChg>
        <pc:inkChg chg="add">
          <ac:chgData name="kumar sundram" userId="93422668bb59e199" providerId="LiveId" clId="{ECC9F114-2A0D-4A01-8D1D-BA70B699E1B9}" dt="2025-03-01T06:13:07.863" v="190" actId="9405"/>
          <ac:inkMkLst>
            <pc:docMk/>
            <pc:sldMk cId="0" sldId="262"/>
            <ac:inkMk id="77" creationId="{FBB97099-90C2-C8B5-5F51-1A0BEA10506B}"/>
          </ac:inkMkLst>
        </pc:inkChg>
        <pc:inkChg chg="add">
          <ac:chgData name="kumar sundram" userId="93422668bb59e199" providerId="LiveId" clId="{ECC9F114-2A0D-4A01-8D1D-BA70B699E1B9}" dt="2025-03-01T06:13:08.815" v="191" actId="9405"/>
          <ac:inkMkLst>
            <pc:docMk/>
            <pc:sldMk cId="0" sldId="262"/>
            <ac:inkMk id="78" creationId="{54DB34FF-E89D-0E5A-DD65-46F403EABE34}"/>
          </ac:inkMkLst>
        </pc:inkChg>
        <pc:inkChg chg="add mod">
          <ac:chgData name="kumar sundram" userId="93422668bb59e199" providerId="LiveId" clId="{ECC9F114-2A0D-4A01-8D1D-BA70B699E1B9}" dt="2025-03-01T06:13:09.819" v="193"/>
          <ac:inkMkLst>
            <pc:docMk/>
            <pc:sldMk cId="0" sldId="262"/>
            <ac:inkMk id="79" creationId="{3ECE23AE-D046-E189-2063-AD6108A0A9F2}"/>
          </ac:inkMkLst>
        </pc:inkChg>
        <pc:inkChg chg="add mod">
          <ac:chgData name="kumar sundram" userId="93422668bb59e199" providerId="LiveId" clId="{ECC9F114-2A0D-4A01-8D1D-BA70B699E1B9}" dt="2025-03-01T06:13:14.894" v="200"/>
          <ac:inkMkLst>
            <pc:docMk/>
            <pc:sldMk cId="0" sldId="262"/>
            <ac:inkMk id="82" creationId="{8CC89B0C-E2C4-19E7-A728-440A387D83EE}"/>
          </ac:inkMkLst>
        </pc:inkChg>
        <pc:inkChg chg="add mod">
          <ac:chgData name="kumar sundram" userId="93422668bb59e199" providerId="LiveId" clId="{ECC9F114-2A0D-4A01-8D1D-BA70B699E1B9}" dt="2025-03-01T06:13:14.894" v="200"/>
          <ac:inkMkLst>
            <pc:docMk/>
            <pc:sldMk cId="0" sldId="262"/>
            <ac:inkMk id="83" creationId="{A8403252-7063-3022-4A32-586B1BFBE520}"/>
          </ac:inkMkLst>
        </pc:inkChg>
        <pc:inkChg chg="add del mod">
          <ac:chgData name="kumar sundram" userId="93422668bb59e199" providerId="LiveId" clId="{ECC9F114-2A0D-4A01-8D1D-BA70B699E1B9}" dt="2025-03-01T06:13:15.272" v="201" actId="9405"/>
          <ac:inkMkLst>
            <pc:docMk/>
            <pc:sldMk cId="0" sldId="262"/>
            <ac:inkMk id="84" creationId="{EF7825C8-8ED2-8B4A-16A6-F4BEC53989B4}"/>
          </ac:inkMkLst>
        </pc:inkChg>
        <pc:inkChg chg="add del mod">
          <ac:chgData name="kumar sundram" userId="93422668bb59e199" providerId="LiveId" clId="{ECC9F114-2A0D-4A01-8D1D-BA70B699E1B9}" dt="2025-03-01T06:13:14.894" v="200"/>
          <ac:inkMkLst>
            <pc:docMk/>
            <pc:sldMk cId="0" sldId="262"/>
            <ac:inkMk id="85" creationId="{132BC4B5-2771-4901-5332-2D9A0C3E8C16}"/>
          </ac:inkMkLst>
        </pc:inkChg>
      </pc:sldChg>
      <pc:sldChg chg="addSp delSp modSp mod">
        <pc:chgData name="kumar sundram" userId="93422668bb59e199" providerId="LiveId" clId="{ECC9F114-2A0D-4A01-8D1D-BA70B699E1B9}" dt="2025-03-01T06:15:40.045" v="289"/>
        <pc:sldMkLst>
          <pc:docMk/>
          <pc:sldMk cId="0" sldId="266"/>
        </pc:sldMkLst>
        <pc:grpChg chg="mod">
          <ac:chgData name="kumar sundram" userId="93422668bb59e199" providerId="LiveId" clId="{ECC9F114-2A0D-4A01-8D1D-BA70B699E1B9}" dt="2025-03-01T06:14:41.398" v="217"/>
          <ac:grpSpMkLst>
            <pc:docMk/>
            <pc:sldMk cId="0" sldId="266"/>
            <ac:grpSpMk id="18" creationId="{6A45FE32-55FB-5ABA-4AB6-14A7B2FB0BE2}"/>
          </ac:grpSpMkLst>
        </pc:grpChg>
        <pc:grpChg chg="mod">
          <ac:chgData name="kumar sundram" userId="93422668bb59e199" providerId="LiveId" clId="{ECC9F114-2A0D-4A01-8D1D-BA70B699E1B9}" dt="2025-03-01T06:14:41.398" v="217"/>
          <ac:grpSpMkLst>
            <pc:docMk/>
            <pc:sldMk cId="0" sldId="266"/>
            <ac:grpSpMk id="19" creationId="{D7BCE39C-1C2B-239C-34F8-347299B0A2F1}"/>
          </ac:grpSpMkLst>
        </pc:grpChg>
        <pc:grpChg chg="mod">
          <ac:chgData name="kumar sundram" userId="93422668bb59e199" providerId="LiveId" clId="{ECC9F114-2A0D-4A01-8D1D-BA70B699E1B9}" dt="2025-03-01T06:14:45.926" v="229"/>
          <ac:grpSpMkLst>
            <pc:docMk/>
            <pc:sldMk cId="0" sldId="266"/>
            <ac:grpSpMk id="31" creationId="{BCDF7E72-A01A-4D40-779C-ECE2E6BEE6A8}"/>
          </ac:grpSpMkLst>
        </pc:grpChg>
        <pc:grpChg chg="mod">
          <ac:chgData name="kumar sundram" userId="93422668bb59e199" providerId="LiveId" clId="{ECC9F114-2A0D-4A01-8D1D-BA70B699E1B9}" dt="2025-03-01T06:14:45.926" v="229"/>
          <ac:grpSpMkLst>
            <pc:docMk/>
            <pc:sldMk cId="0" sldId="266"/>
            <ac:grpSpMk id="32" creationId="{2F70FAC2-228F-4006-53E1-16EDFF7B5E0C}"/>
          </ac:grpSpMkLst>
        </pc:grpChg>
        <pc:grpChg chg="del mod">
          <ac:chgData name="kumar sundram" userId="93422668bb59e199" providerId="LiveId" clId="{ECC9F114-2A0D-4A01-8D1D-BA70B699E1B9}" dt="2025-03-01T06:15:07.756" v="258"/>
          <ac:grpSpMkLst>
            <pc:docMk/>
            <pc:sldMk cId="0" sldId="266"/>
            <ac:grpSpMk id="49" creationId="{0D210E73-42C7-E6C0-6FD0-D5157D2C9934}"/>
          </ac:grpSpMkLst>
        </pc:grpChg>
        <pc:grpChg chg="del mod">
          <ac:chgData name="kumar sundram" userId="93422668bb59e199" providerId="LiveId" clId="{ECC9F114-2A0D-4A01-8D1D-BA70B699E1B9}" dt="2025-03-01T06:15:01.054" v="252"/>
          <ac:grpSpMkLst>
            <pc:docMk/>
            <pc:sldMk cId="0" sldId="266"/>
            <ac:grpSpMk id="52" creationId="{8ACB739F-3E3C-1699-533F-0268A5FFF182}"/>
          </ac:grpSpMkLst>
        </pc:grpChg>
        <pc:grpChg chg="mod">
          <ac:chgData name="kumar sundram" userId="93422668bb59e199" providerId="LiveId" clId="{ECC9F114-2A0D-4A01-8D1D-BA70B699E1B9}" dt="2025-03-01T06:15:01.054" v="252"/>
          <ac:grpSpMkLst>
            <pc:docMk/>
            <pc:sldMk cId="0" sldId="266"/>
            <ac:grpSpMk id="55" creationId="{CC6869EB-CC41-BBBF-701B-638766C5DF45}"/>
          </ac:grpSpMkLst>
        </pc:grpChg>
        <pc:grpChg chg="del mod">
          <ac:chgData name="kumar sundram" userId="93422668bb59e199" providerId="LiveId" clId="{ECC9F114-2A0D-4A01-8D1D-BA70B699E1B9}" dt="2025-03-01T06:15:10.650" v="261"/>
          <ac:grpSpMkLst>
            <pc:docMk/>
            <pc:sldMk cId="0" sldId="266"/>
            <ac:grpSpMk id="61" creationId="{DEE1DC14-EB77-2806-655C-0780C84578E3}"/>
          </ac:grpSpMkLst>
        </pc:grpChg>
        <pc:grpChg chg="mod">
          <ac:chgData name="kumar sundram" userId="93422668bb59e199" providerId="LiveId" clId="{ECC9F114-2A0D-4A01-8D1D-BA70B699E1B9}" dt="2025-03-01T06:15:10.650" v="261"/>
          <ac:grpSpMkLst>
            <pc:docMk/>
            <pc:sldMk cId="0" sldId="266"/>
            <ac:grpSpMk id="64" creationId="{E54AFC50-919D-03AE-9B19-BBC3FD88B433}"/>
          </ac:grpSpMkLst>
        </pc:grpChg>
        <pc:grpChg chg="mod">
          <ac:chgData name="kumar sundram" userId="93422668bb59e199" providerId="LiveId" clId="{ECC9F114-2A0D-4A01-8D1D-BA70B699E1B9}" dt="2025-03-01T06:15:22.788" v="267"/>
          <ac:grpSpMkLst>
            <pc:docMk/>
            <pc:sldMk cId="0" sldId="266"/>
            <ac:grpSpMk id="70" creationId="{EA9EBB07-1471-6A10-B364-DF9DF78F51A8}"/>
          </ac:grpSpMkLst>
        </pc:grpChg>
        <pc:grpChg chg="mod">
          <ac:chgData name="kumar sundram" userId="93422668bb59e199" providerId="LiveId" clId="{ECC9F114-2A0D-4A01-8D1D-BA70B699E1B9}" dt="2025-03-01T06:15:27.950" v="276"/>
          <ac:grpSpMkLst>
            <pc:docMk/>
            <pc:sldMk cId="0" sldId="266"/>
            <ac:grpSpMk id="79" creationId="{F9F327A1-E624-C352-7334-254B52A054BC}"/>
          </ac:grpSpMkLst>
        </pc:grpChg>
        <pc:grpChg chg="mod">
          <ac:chgData name="kumar sundram" userId="93422668bb59e199" providerId="LiveId" clId="{ECC9F114-2A0D-4A01-8D1D-BA70B699E1B9}" dt="2025-03-01T06:15:40.045" v="289"/>
          <ac:grpSpMkLst>
            <pc:docMk/>
            <pc:sldMk cId="0" sldId="266"/>
            <ac:grpSpMk id="92" creationId="{A8317408-3950-0A09-BE38-28119FA3D408}"/>
          </ac:grpSpMkLst>
        </pc:grpChg>
        <pc:inkChg chg="add mod">
          <ac:chgData name="kumar sundram" userId="93422668bb59e199" providerId="LiveId" clId="{ECC9F114-2A0D-4A01-8D1D-BA70B699E1B9}" dt="2025-03-01T06:14:41.398" v="217"/>
          <ac:inkMkLst>
            <pc:docMk/>
            <pc:sldMk cId="0" sldId="266"/>
            <ac:inkMk id="2" creationId="{A1CA8E1B-A105-8852-96E2-CBBFF393888E}"/>
          </ac:inkMkLst>
        </pc:inkChg>
        <pc:inkChg chg="add mod">
          <ac:chgData name="kumar sundram" userId="93422668bb59e199" providerId="LiveId" clId="{ECC9F114-2A0D-4A01-8D1D-BA70B699E1B9}" dt="2025-03-01T06:14:41.398" v="217"/>
          <ac:inkMkLst>
            <pc:docMk/>
            <pc:sldMk cId="0" sldId="266"/>
            <ac:inkMk id="3" creationId="{6B91913F-8D50-E2E8-4C7E-93DBE093BD97}"/>
          </ac:inkMkLst>
        </pc:inkChg>
        <pc:inkChg chg="add mod">
          <ac:chgData name="kumar sundram" userId="93422668bb59e199" providerId="LiveId" clId="{ECC9F114-2A0D-4A01-8D1D-BA70B699E1B9}" dt="2025-03-01T06:14:41.398" v="217"/>
          <ac:inkMkLst>
            <pc:docMk/>
            <pc:sldMk cId="0" sldId="266"/>
            <ac:inkMk id="4" creationId="{6065FF82-F4FA-CAB3-0881-74A8A0FC23AA}"/>
          </ac:inkMkLst>
        </pc:inkChg>
        <pc:inkChg chg="add">
          <ac:chgData name="kumar sundram" userId="93422668bb59e199" providerId="LiveId" clId="{ECC9F114-2A0D-4A01-8D1D-BA70B699E1B9}" dt="2025-03-01T06:14:37.709" v="205" actId="9405"/>
          <ac:inkMkLst>
            <pc:docMk/>
            <pc:sldMk cId="0" sldId="266"/>
            <ac:inkMk id="5" creationId="{247AE3A8-BCED-F7BC-3280-1D47195E315E}"/>
          </ac:inkMkLst>
        </pc:inkChg>
        <pc:inkChg chg="add">
          <ac:chgData name="kumar sundram" userId="93422668bb59e199" providerId="LiveId" clId="{ECC9F114-2A0D-4A01-8D1D-BA70B699E1B9}" dt="2025-03-01T06:14:37.867" v="206" actId="9405"/>
          <ac:inkMkLst>
            <pc:docMk/>
            <pc:sldMk cId="0" sldId="266"/>
            <ac:inkMk id="6" creationId="{F172CD84-7F77-FB2A-8A3E-AA9929C0614D}"/>
          </ac:inkMkLst>
        </pc:inkChg>
        <pc:inkChg chg="add mod">
          <ac:chgData name="kumar sundram" userId="93422668bb59e199" providerId="LiveId" clId="{ECC9F114-2A0D-4A01-8D1D-BA70B699E1B9}" dt="2025-03-01T06:14:41.398" v="217"/>
          <ac:inkMkLst>
            <pc:docMk/>
            <pc:sldMk cId="0" sldId="266"/>
            <ac:inkMk id="7" creationId="{DA493326-5990-FE1F-8408-6B23B9811844}"/>
          </ac:inkMkLst>
        </pc:inkChg>
        <pc:inkChg chg="add mod">
          <ac:chgData name="kumar sundram" userId="93422668bb59e199" providerId="LiveId" clId="{ECC9F114-2A0D-4A01-8D1D-BA70B699E1B9}" dt="2025-03-01T06:14:41.398" v="217"/>
          <ac:inkMkLst>
            <pc:docMk/>
            <pc:sldMk cId="0" sldId="266"/>
            <ac:inkMk id="8" creationId="{7A26BB8B-8357-30DB-F4EF-E40EAC1CDA25}"/>
          </ac:inkMkLst>
        </pc:inkChg>
        <pc:inkChg chg="add">
          <ac:chgData name="kumar sundram" userId="93422668bb59e199" providerId="LiveId" clId="{ECC9F114-2A0D-4A01-8D1D-BA70B699E1B9}" dt="2025-03-01T06:14:38.751" v="209" actId="9405"/>
          <ac:inkMkLst>
            <pc:docMk/>
            <pc:sldMk cId="0" sldId="266"/>
            <ac:inkMk id="9" creationId="{1D0F7166-BDDB-E830-E5CA-35FEBE1AB16F}"/>
          </ac:inkMkLst>
        </pc:inkChg>
        <pc:inkChg chg="add mod">
          <ac:chgData name="kumar sundram" userId="93422668bb59e199" providerId="LiveId" clId="{ECC9F114-2A0D-4A01-8D1D-BA70B699E1B9}" dt="2025-03-01T06:14:41.398" v="217"/>
          <ac:inkMkLst>
            <pc:docMk/>
            <pc:sldMk cId="0" sldId="266"/>
            <ac:inkMk id="11" creationId="{E73A29AD-B42D-DDDE-4687-4E65E367CC13}"/>
          </ac:inkMkLst>
        </pc:inkChg>
        <pc:inkChg chg="add">
          <ac:chgData name="kumar sundram" userId="93422668bb59e199" providerId="LiveId" clId="{ECC9F114-2A0D-4A01-8D1D-BA70B699E1B9}" dt="2025-03-01T06:14:39.298" v="211" actId="9405"/>
          <ac:inkMkLst>
            <pc:docMk/>
            <pc:sldMk cId="0" sldId="266"/>
            <ac:inkMk id="12" creationId="{367DDEAA-D64A-33D3-7F33-18BFDC6C4E62}"/>
          </ac:inkMkLst>
        </pc:inkChg>
        <pc:inkChg chg="add">
          <ac:chgData name="kumar sundram" userId="93422668bb59e199" providerId="LiveId" clId="{ECC9F114-2A0D-4A01-8D1D-BA70B699E1B9}" dt="2025-03-01T06:14:39.592" v="212" actId="9405"/>
          <ac:inkMkLst>
            <pc:docMk/>
            <pc:sldMk cId="0" sldId="266"/>
            <ac:inkMk id="13" creationId="{B2AADB77-F6EB-F95F-D71A-0341AE64B6F8}"/>
          </ac:inkMkLst>
        </pc:inkChg>
        <pc:inkChg chg="add">
          <ac:chgData name="kumar sundram" userId="93422668bb59e199" providerId="LiveId" clId="{ECC9F114-2A0D-4A01-8D1D-BA70B699E1B9}" dt="2025-03-01T06:14:39.780" v="213" actId="9405"/>
          <ac:inkMkLst>
            <pc:docMk/>
            <pc:sldMk cId="0" sldId="266"/>
            <ac:inkMk id="14" creationId="{69D35EB3-DBEB-AAE9-0531-21ABDB34B965}"/>
          </ac:inkMkLst>
        </pc:inkChg>
        <pc:inkChg chg="add mod">
          <ac:chgData name="kumar sundram" userId="93422668bb59e199" providerId="LiveId" clId="{ECC9F114-2A0D-4A01-8D1D-BA70B699E1B9}" dt="2025-03-01T06:14:41.398" v="217"/>
          <ac:inkMkLst>
            <pc:docMk/>
            <pc:sldMk cId="0" sldId="266"/>
            <ac:inkMk id="15" creationId="{9F00A587-9FF3-328D-C31B-CB5AF3E379FB}"/>
          </ac:inkMkLst>
        </pc:inkChg>
        <pc:inkChg chg="add mod">
          <ac:chgData name="kumar sundram" userId="93422668bb59e199" providerId="LiveId" clId="{ECC9F114-2A0D-4A01-8D1D-BA70B699E1B9}" dt="2025-03-01T06:14:41.398" v="217"/>
          <ac:inkMkLst>
            <pc:docMk/>
            <pc:sldMk cId="0" sldId="266"/>
            <ac:inkMk id="16" creationId="{736269A7-B6D9-3B03-8335-3B79206F817D}"/>
          </ac:inkMkLst>
        </pc:inkChg>
        <pc:inkChg chg="add">
          <ac:chgData name="kumar sundram" userId="93422668bb59e199" providerId="LiveId" clId="{ECC9F114-2A0D-4A01-8D1D-BA70B699E1B9}" dt="2025-03-01T06:14:40.808" v="216" actId="9405"/>
          <ac:inkMkLst>
            <pc:docMk/>
            <pc:sldMk cId="0" sldId="266"/>
            <ac:inkMk id="17" creationId="{11DE140B-6C56-8AC4-3743-9FD34A216928}"/>
          </ac:inkMkLst>
        </pc:inkChg>
        <pc:inkChg chg="add mod">
          <ac:chgData name="kumar sundram" userId="93422668bb59e199" providerId="LiveId" clId="{ECC9F114-2A0D-4A01-8D1D-BA70B699E1B9}" dt="2025-03-01T06:14:45.926" v="229"/>
          <ac:inkMkLst>
            <pc:docMk/>
            <pc:sldMk cId="0" sldId="266"/>
            <ac:inkMk id="20" creationId="{6BF2C092-51E0-86E0-5AB1-2F439FE94ED6}"/>
          </ac:inkMkLst>
        </pc:inkChg>
        <pc:inkChg chg="add mod">
          <ac:chgData name="kumar sundram" userId="93422668bb59e199" providerId="LiveId" clId="{ECC9F114-2A0D-4A01-8D1D-BA70B699E1B9}" dt="2025-03-01T06:14:45.926" v="229"/>
          <ac:inkMkLst>
            <pc:docMk/>
            <pc:sldMk cId="0" sldId="266"/>
            <ac:inkMk id="21" creationId="{AF21E885-85C3-8065-394D-8C7110A57367}"/>
          </ac:inkMkLst>
        </pc:inkChg>
        <pc:inkChg chg="add mod">
          <ac:chgData name="kumar sundram" userId="93422668bb59e199" providerId="LiveId" clId="{ECC9F114-2A0D-4A01-8D1D-BA70B699E1B9}" dt="2025-03-01T06:14:45.926" v="229"/>
          <ac:inkMkLst>
            <pc:docMk/>
            <pc:sldMk cId="0" sldId="266"/>
            <ac:inkMk id="22" creationId="{8E944C06-7A93-0155-FF13-5AF446FED1D5}"/>
          </ac:inkMkLst>
        </pc:inkChg>
        <pc:inkChg chg="add">
          <ac:chgData name="kumar sundram" userId="93422668bb59e199" providerId="LiveId" clId="{ECC9F114-2A0D-4A01-8D1D-BA70B699E1B9}" dt="2025-03-01T06:14:42.424" v="221" actId="9405"/>
          <ac:inkMkLst>
            <pc:docMk/>
            <pc:sldMk cId="0" sldId="266"/>
            <ac:inkMk id="23" creationId="{80D8950E-C414-0EE1-A2B8-B1C739FD924A}"/>
          </ac:inkMkLst>
        </pc:inkChg>
        <pc:inkChg chg="add">
          <ac:chgData name="kumar sundram" userId="93422668bb59e199" providerId="LiveId" clId="{ECC9F114-2A0D-4A01-8D1D-BA70B699E1B9}" dt="2025-03-01T06:14:42.658" v="222" actId="9405"/>
          <ac:inkMkLst>
            <pc:docMk/>
            <pc:sldMk cId="0" sldId="266"/>
            <ac:inkMk id="24" creationId="{F6D277E4-9DAD-B57A-C98C-3A590390E7E2}"/>
          </ac:inkMkLst>
        </pc:inkChg>
        <pc:inkChg chg="add">
          <ac:chgData name="kumar sundram" userId="93422668bb59e199" providerId="LiveId" clId="{ECC9F114-2A0D-4A01-8D1D-BA70B699E1B9}" dt="2025-03-01T06:14:43.060" v="223" actId="9405"/>
          <ac:inkMkLst>
            <pc:docMk/>
            <pc:sldMk cId="0" sldId="266"/>
            <ac:inkMk id="25" creationId="{81EB4CC6-0333-C061-9012-278773C54504}"/>
          </ac:inkMkLst>
        </pc:inkChg>
        <pc:inkChg chg="add mod">
          <ac:chgData name="kumar sundram" userId="93422668bb59e199" providerId="LiveId" clId="{ECC9F114-2A0D-4A01-8D1D-BA70B699E1B9}" dt="2025-03-01T06:14:45.926" v="229"/>
          <ac:inkMkLst>
            <pc:docMk/>
            <pc:sldMk cId="0" sldId="266"/>
            <ac:inkMk id="26" creationId="{8091AECB-7917-91CE-601C-37CCD5919530}"/>
          </ac:inkMkLst>
        </pc:inkChg>
        <pc:inkChg chg="add mod">
          <ac:chgData name="kumar sundram" userId="93422668bb59e199" providerId="LiveId" clId="{ECC9F114-2A0D-4A01-8D1D-BA70B699E1B9}" dt="2025-03-01T06:14:45.926" v="229"/>
          <ac:inkMkLst>
            <pc:docMk/>
            <pc:sldMk cId="0" sldId="266"/>
            <ac:inkMk id="27" creationId="{E8FA2E23-D9A4-532C-C036-18B5BE1B20E0}"/>
          </ac:inkMkLst>
        </pc:inkChg>
        <pc:inkChg chg="add mod">
          <ac:chgData name="kumar sundram" userId="93422668bb59e199" providerId="LiveId" clId="{ECC9F114-2A0D-4A01-8D1D-BA70B699E1B9}" dt="2025-03-01T06:14:45.926" v="229"/>
          <ac:inkMkLst>
            <pc:docMk/>
            <pc:sldMk cId="0" sldId="266"/>
            <ac:inkMk id="28" creationId="{999953AF-8774-B952-4189-CA5D8A1CBAA5}"/>
          </ac:inkMkLst>
        </pc:inkChg>
        <pc:inkChg chg="add mod">
          <ac:chgData name="kumar sundram" userId="93422668bb59e199" providerId="LiveId" clId="{ECC9F114-2A0D-4A01-8D1D-BA70B699E1B9}" dt="2025-03-01T06:14:45.926" v="229"/>
          <ac:inkMkLst>
            <pc:docMk/>
            <pc:sldMk cId="0" sldId="266"/>
            <ac:inkMk id="29" creationId="{587F8F9A-77B0-B3B9-5328-B48BC9463C8E}"/>
          </ac:inkMkLst>
        </pc:inkChg>
        <pc:inkChg chg="add mod">
          <ac:chgData name="kumar sundram" userId="93422668bb59e199" providerId="LiveId" clId="{ECC9F114-2A0D-4A01-8D1D-BA70B699E1B9}" dt="2025-03-01T06:14:45.926" v="229"/>
          <ac:inkMkLst>
            <pc:docMk/>
            <pc:sldMk cId="0" sldId="266"/>
            <ac:inkMk id="30" creationId="{FA69E5FB-6EB4-61DC-16EA-34358AB4A3FD}"/>
          </ac:inkMkLst>
        </pc:inkChg>
        <pc:inkChg chg="add mod">
          <ac:chgData name="kumar sundram" userId="93422668bb59e199" providerId="LiveId" clId="{ECC9F114-2A0D-4A01-8D1D-BA70B699E1B9}" dt="2025-03-01T06:14:56.368" v="246"/>
          <ac:inkMkLst>
            <pc:docMk/>
            <pc:sldMk cId="0" sldId="266"/>
            <ac:inkMk id="33" creationId="{9C8972C6-92DD-F6B4-A6CC-E77CFB00894D}"/>
          </ac:inkMkLst>
        </pc:inkChg>
        <pc:inkChg chg="add">
          <ac:chgData name="kumar sundram" userId="93422668bb59e199" providerId="LiveId" clId="{ECC9F114-2A0D-4A01-8D1D-BA70B699E1B9}" dt="2025-03-01T06:14:48.029" v="231" actId="9405"/>
          <ac:inkMkLst>
            <pc:docMk/>
            <pc:sldMk cId="0" sldId="266"/>
            <ac:inkMk id="34" creationId="{090871C9-0620-B0AB-11AF-9390EB1BE817}"/>
          </ac:inkMkLst>
        </pc:inkChg>
        <pc:inkChg chg="add">
          <ac:chgData name="kumar sundram" userId="93422668bb59e199" providerId="LiveId" clId="{ECC9F114-2A0D-4A01-8D1D-BA70B699E1B9}" dt="2025-03-01T06:14:49.028" v="232" actId="9405"/>
          <ac:inkMkLst>
            <pc:docMk/>
            <pc:sldMk cId="0" sldId="266"/>
            <ac:inkMk id="35" creationId="{646714DE-0E86-6E1D-0D2A-4B70264E2D4F}"/>
          </ac:inkMkLst>
        </pc:inkChg>
        <pc:inkChg chg="add mod">
          <ac:chgData name="kumar sundram" userId="93422668bb59e199" providerId="LiveId" clId="{ECC9F114-2A0D-4A01-8D1D-BA70B699E1B9}" dt="2025-03-01T06:14:56.368" v="246"/>
          <ac:inkMkLst>
            <pc:docMk/>
            <pc:sldMk cId="0" sldId="266"/>
            <ac:inkMk id="36" creationId="{9626ECA7-AC04-E297-DB73-684AD389A42B}"/>
          </ac:inkMkLst>
        </pc:inkChg>
        <pc:inkChg chg="add mod">
          <ac:chgData name="kumar sundram" userId="93422668bb59e199" providerId="LiveId" clId="{ECC9F114-2A0D-4A01-8D1D-BA70B699E1B9}" dt="2025-03-01T06:15:10.650" v="261"/>
          <ac:inkMkLst>
            <pc:docMk/>
            <pc:sldMk cId="0" sldId="266"/>
            <ac:inkMk id="37" creationId="{5ED199A4-7F79-C453-4BFF-E77F77A85D9C}"/>
          </ac:inkMkLst>
        </pc:inkChg>
        <pc:inkChg chg="add mod">
          <ac:chgData name="kumar sundram" userId="93422668bb59e199" providerId="LiveId" clId="{ECC9F114-2A0D-4A01-8D1D-BA70B699E1B9}" dt="2025-03-01T06:15:10.650" v="261"/>
          <ac:inkMkLst>
            <pc:docMk/>
            <pc:sldMk cId="0" sldId="266"/>
            <ac:inkMk id="38" creationId="{473FF44D-183C-7EFA-3828-B84290DD9681}"/>
          </ac:inkMkLst>
        </pc:inkChg>
        <pc:inkChg chg="add">
          <ac:chgData name="kumar sundram" userId="93422668bb59e199" providerId="LiveId" clId="{ECC9F114-2A0D-4A01-8D1D-BA70B699E1B9}" dt="2025-03-01T06:14:50.852" v="236" actId="9405"/>
          <ac:inkMkLst>
            <pc:docMk/>
            <pc:sldMk cId="0" sldId="266"/>
            <ac:inkMk id="39" creationId="{6C4B9F66-F869-1724-C8DA-38452775ABED}"/>
          </ac:inkMkLst>
        </pc:inkChg>
        <pc:inkChg chg="add mod">
          <ac:chgData name="kumar sundram" userId="93422668bb59e199" providerId="LiveId" clId="{ECC9F114-2A0D-4A01-8D1D-BA70B699E1B9}" dt="2025-03-01T06:15:10.650" v="261"/>
          <ac:inkMkLst>
            <pc:docMk/>
            <pc:sldMk cId="0" sldId="266"/>
            <ac:inkMk id="40" creationId="{0DC06638-61C6-EEE8-D7C5-EE1B8F1334D7}"/>
          </ac:inkMkLst>
        </pc:inkChg>
        <pc:inkChg chg="add mod">
          <ac:chgData name="kumar sundram" userId="93422668bb59e199" providerId="LiveId" clId="{ECC9F114-2A0D-4A01-8D1D-BA70B699E1B9}" dt="2025-03-01T06:15:10.650" v="261"/>
          <ac:inkMkLst>
            <pc:docMk/>
            <pc:sldMk cId="0" sldId="266"/>
            <ac:inkMk id="41" creationId="{9D0CCE8B-9296-E3F3-239F-C120778633F1}"/>
          </ac:inkMkLst>
        </pc:inkChg>
        <pc:inkChg chg="add mod">
          <ac:chgData name="kumar sundram" userId="93422668bb59e199" providerId="LiveId" clId="{ECC9F114-2A0D-4A01-8D1D-BA70B699E1B9}" dt="2025-03-01T06:15:10.650" v="261"/>
          <ac:inkMkLst>
            <pc:docMk/>
            <pc:sldMk cId="0" sldId="266"/>
            <ac:inkMk id="42" creationId="{BFF8331F-A8F1-6C08-C45D-2803A77F2E53}"/>
          </ac:inkMkLst>
        </pc:inkChg>
        <pc:inkChg chg="add mod">
          <ac:chgData name="kumar sundram" userId="93422668bb59e199" providerId="LiveId" clId="{ECC9F114-2A0D-4A01-8D1D-BA70B699E1B9}" dt="2025-03-01T06:14:56.368" v="246"/>
          <ac:inkMkLst>
            <pc:docMk/>
            <pc:sldMk cId="0" sldId="266"/>
            <ac:inkMk id="43" creationId="{3D591BFE-FD84-8BCB-85ED-47DA1B414E1C}"/>
          </ac:inkMkLst>
        </pc:inkChg>
        <pc:inkChg chg="add">
          <ac:chgData name="kumar sundram" userId="93422668bb59e199" providerId="LiveId" clId="{ECC9F114-2A0D-4A01-8D1D-BA70B699E1B9}" dt="2025-03-01T06:14:53.525" v="241" actId="9405"/>
          <ac:inkMkLst>
            <pc:docMk/>
            <pc:sldMk cId="0" sldId="266"/>
            <ac:inkMk id="44" creationId="{BFEBA3BE-A9AB-4151-239B-C67C4CE13561}"/>
          </ac:inkMkLst>
        </pc:inkChg>
        <pc:inkChg chg="add mod">
          <ac:chgData name="kumar sundram" userId="93422668bb59e199" providerId="LiveId" clId="{ECC9F114-2A0D-4A01-8D1D-BA70B699E1B9}" dt="2025-03-01T06:15:10.650" v="261"/>
          <ac:inkMkLst>
            <pc:docMk/>
            <pc:sldMk cId="0" sldId="266"/>
            <ac:inkMk id="45" creationId="{DA76DC3E-7D36-AAB4-D99F-650F9D92E0E4}"/>
          </ac:inkMkLst>
        </pc:inkChg>
        <pc:inkChg chg="add mod">
          <ac:chgData name="kumar sundram" userId="93422668bb59e199" providerId="LiveId" clId="{ECC9F114-2A0D-4A01-8D1D-BA70B699E1B9}" dt="2025-03-01T06:14:56.368" v="246"/>
          <ac:inkMkLst>
            <pc:docMk/>
            <pc:sldMk cId="0" sldId="266"/>
            <ac:inkMk id="46" creationId="{04B97BB8-DAB7-0BB4-E4FB-778AEA74A881}"/>
          </ac:inkMkLst>
        </pc:inkChg>
        <pc:inkChg chg="add mod">
          <ac:chgData name="kumar sundram" userId="93422668bb59e199" providerId="LiveId" clId="{ECC9F114-2A0D-4A01-8D1D-BA70B699E1B9}" dt="2025-03-01T06:14:56.368" v="246"/>
          <ac:inkMkLst>
            <pc:docMk/>
            <pc:sldMk cId="0" sldId="266"/>
            <ac:inkMk id="47" creationId="{FD71014D-9B68-4D32-CA4F-1D914A034F6D}"/>
          </ac:inkMkLst>
        </pc:inkChg>
        <pc:inkChg chg="add mod">
          <ac:chgData name="kumar sundram" userId="93422668bb59e199" providerId="LiveId" clId="{ECC9F114-2A0D-4A01-8D1D-BA70B699E1B9}" dt="2025-03-01T06:15:10.650" v="261"/>
          <ac:inkMkLst>
            <pc:docMk/>
            <pc:sldMk cId="0" sldId="266"/>
            <ac:inkMk id="48" creationId="{3CAA40F6-C7BD-476C-DBFA-D799E9F8C027}"/>
          </ac:inkMkLst>
        </pc:inkChg>
        <pc:inkChg chg="add mod">
          <ac:chgData name="kumar sundram" userId="93422668bb59e199" providerId="LiveId" clId="{ECC9F114-2A0D-4A01-8D1D-BA70B699E1B9}" dt="2025-03-01T06:15:01.054" v="252"/>
          <ac:inkMkLst>
            <pc:docMk/>
            <pc:sldMk cId="0" sldId="266"/>
            <ac:inkMk id="50" creationId="{F772E004-EFED-CD5F-96E8-33F7E626CD60}"/>
          </ac:inkMkLst>
        </pc:inkChg>
        <pc:inkChg chg="add mod">
          <ac:chgData name="kumar sundram" userId="93422668bb59e199" providerId="LiveId" clId="{ECC9F114-2A0D-4A01-8D1D-BA70B699E1B9}" dt="2025-03-01T06:15:01.054" v="252"/>
          <ac:inkMkLst>
            <pc:docMk/>
            <pc:sldMk cId="0" sldId="266"/>
            <ac:inkMk id="51" creationId="{1543ADBC-42CA-8831-5DAB-3312EC888F70}"/>
          </ac:inkMkLst>
        </pc:inkChg>
        <pc:inkChg chg="add mod">
          <ac:chgData name="kumar sundram" userId="93422668bb59e199" providerId="LiveId" clId="{ECC9F114-2A0D-4A01-8D1D-BA70B699E1B9}" dt="2025-03-01T06:15:01.054" v="252"/>
          <ac:inkMkLst>
            <pc:docMk/>
            <pc:sldMk cId="0" sldId="266"/>
            <ac:inkMk id="53" creationId="{C003FCF9-A772-87C4-D583-DA0F9C288F08}"/>
          </ac:inkMkLst>
        </pc:inkChg>
        <pc:inkChg chg="add mod">
          <ac:chgData name="kumar sundram" userId="93422668bb59e199" providerId="LiveId" clId="{ECC9F114-2A0D-4A01-8D1D-BA70B699E1B9}" dt="2025-03-01T06:15:01.054" v="252"/>
          <ac:inkMkLst>
            <pc:docMk/>
            <pc:sldMk cId="0" sldId="266"/>
            <ac:inkMk id="54" creationId="{3D32064D-AB32-44FC-6227-A6B051681D26}"/>
          </ac:inkMkLst>
        </pc:inkChg>
        <pc:inkChg chg="add mod">
          <ac:chgData name="kumar sundram" userId="93422668bb59e199" providerId="LiveId" clId="{ECC9F114-2A0D-4A01-8D1D-BA70B699E1B9}" dt="2025-03-01T06:15:10.650" v="261"/>
          <ac:inkMkLst>
            <pc:docMk/>
            <pc:sldMk cId="0" sldId="266"/>
            <ac:inkMk id="56" creationId="{B1E90B16-24FE-2FB3-3A9E-C64DE56A8485}"/>
          </ac:inkMkLst>
        </pc:inkChg>
        <pc:inkChg chg="add">
          <ac:chgData name="kumar sundram" userId="93422668bb59e199" providerId="LiveId" clId="{ECC9F114-2A0D-4A01-8D1D-BA70B699E1B9}" dt="2025-03-01T06:15:03.259" v="254" actId="9405"/>
          <ac:inkMkLst>
            <pc:docMk/>
            <pc:sldMk cId="0" sldId="266"/>
            <ac:inkMk id="57" creationId="{ECAA0B48-B858-5393-DD68-CD7DB8B94820}"/>
          </ac:inkMkLst>
        </pc:inkChg>
        <pc:inkChg chg="add">
          <ac:chgData name="kumar sundram" userId="93422668bb59e199" providerId="LiveId" clId="{ECC9F114-2A0D-4A01-8D1D-BA70B699E1B9}" dt="2025-03-01T06:15:04.871" v="255" actId="9405"/>
          <ac:inkMkLst>
            <pc:docMk/>
            <pc:sldMk cId="0" sldId="266"/>
            <ac:inkMk id="58" creationId="{22608CCF-4714-348B-5DF5-3792A183C6CA}"/>
          </ac:inkMkLst>
        </pc:inkChg>
        <pc:inkChg chg="add">
          <ac:chgData name="kumar sundram" userId="93422668bb59e199" providerId="LiveId" clId="{ECC9F114-2A0D-4A01-8D1D-BA70B699E1B9}" dt="2025-03-01T06:15:06.068" v="256" actId="9405"/>
          <ac:inkMkLst>
            <pc:docMk/>
            <pc:sldMk cId="0" sldId="266"/>
            <ac:inkMk id="59" creationId="{CA354153-DD6B-38B3-D92A-22AE609E4D30}"/>
          </ac:inkMkLst>
        </pc:inkChg>
        <pc:inkChg chg="add">
          <ac:chgData name="kumar sundram" userId="93422668bb59e199" providerId="LiveId" clId="{ECC9F114-2A0D-4A01-8D1D-BA70B699E1B9}" dt="2025-03-01T06:15:06.840" v="257" actId="9405"/>
          <ac:inkMkLst>
            <pc:docMk/>
            <pc:sldMk cId="0" sldId="266"/>
            <ac:inkMk id="60" creationId="{0F07938B-9EDA-BEDA-F542-D28A85451222}"/>
          </ac:inkMkLst>
        </pc:inkChg>
        <pc:inkChg chg="add">
          <ac:chgData name="kumar sundram" userId="93422668bb59e199" providerId="LiveId" clId="{ECC9F114-2A0D-4A01-8D1D-BA70B699E1B9}" dt="2025-03-01T06:15:08.195" v="259" actId="9405"/>
          <ac:inkMkLst>
            <pc:docMk/>
            <pc:sldMk cId="0" sldId="266"/>
            <ac:inkMk id="62" creationId="{956EFE05-736A-89FF-93DD-EE27E6BFE5F1}"/>
          </ac:inkMkLst>
        </pc:inkChg>
        <pc:inkChg chg="add">
          <ac:chgData name="kumar sundram" userId="93422668bb59e199" providerId="LiveId" clId="{ECC9F114-2A0D-4A01-8D1D-BA70B699E1B9}" dt="2025-03-01T06:15:09.730" v="260" actId="9405"/>
          <ac:inkMkLst>
            <pc:docMk/>
            <pc:sldMk cId="0" sldId="266"/>
            <ac:inkMk id="63" creationId="{5A2B739F-BF3A-48DD-4346-86F371174509}"/>
          </ac:inkMkLst>
        </pc:inkChg>
        <pc:inkChg chg="add">
          <ac:chgData name="kumar sundram" userId="93422668bb59e199" providerId="LiveId" clId="{ECC9F114-2A0D-4A01-8D1D-BA70B699E1B9}" dt="2025-03-01T06:15:14.845" v="262" actId="9405"/>
          <ac:inkMkLst>
            <pc:docMk/>
            <pc:sldMk cId="0" sldId="266"/>
            <ac:inkMk id="65" creationId="{362B1CEC-8CE3-5D27-8D8A-E174D431BE4E}"/>
          </ac:inkMkLst>
        </pc:inkChg>
        <pc:inkChg chg="add">
          <ac:chgData name="kumar sundram" userId="93422668bb59e199" providerId="LiveId" clId="{ECC9F114-2A0D-4A01-8D1D-BA70B699E1B9}" dt="2025-03-01T06:15:18.092" v="263" actId="9405"/>
          <ac:inkMkLst>
            <pc:docMk/>
            <pc:sldMk cId="0" sldId="266"/>
            <ac:inkMk id="66" creationId="{6A32A62E-4C72-3E3B-85C6-8E508AB19D68}"/>
          </ac:inkMkLst>
        </pc:inkChg>
        <pc:inkChg chg="add mod">
          <ac:chgData name="kumar sundram" userId="93422668bb59e199" providerId="LiveId" clId="{ECC9F114-2A0D-4A01-8D1D-BA70B699E1B9}" dt="2025-03-01T06:15:22.788" v="267"/>
          <ac:inkMkLst>
            <pc:docMk/>
            <pc:sldMk cId="0" sldId="266"/>
            <ac:inkMk id="67" creationId="{B507B077-6BA8-D9A0-E238-C545DAAFDF66}"/>
          </ac:inkMkLst>
        </pc:inkChg>
        <pc:inkChg chg="add mod">
          <ac:chgData name="kumar sundram" userId="93422668bb59e199" providerId="LiveId" clId="{ECC9F114-2A0D-4A01-8D1D-BA70B699E1B9}" dt="2025-03-01T06:15:22.788" v="267"/>
          <ac:inkMkLst>
            <pc:docMk/>
            <pc:sldMk cId="0" sldId="266"/>
            <ac:inkMk id="68" creationId="{DF9EDC09-FF59-CAC9-F918-F61836F6B236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69" creationId="{46573C8B-BF89-1799-6E27-65A5383A7097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71" creationId="{72E4D978-B624-A346-941C-1C5C6FA7BB49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72" creationId="{5BD12895-24F6-4931-C03A-33E2BE7172F3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73" creationId="{2AE7C402-490B-4E64-2DB1-948C8A580061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74" creationId="{C40EE70E-7661-AB6D-24DF-AEBAB2C00577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75" creationId="{D4B8BAA5-3547-9E0C-78AF-4AAB7D365D35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76" creationId="{5889F156-2DC1-FDE6-D0CA-4C85E478D5B3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77" creationId="{9B6FE897-E927-A40A-5602-D1EA8429A279}"/>
          </ac:inkMkLst>
        </pc:inkChg>
        <pc:inkChg chg="add mod">
          <ac:chgData name="kumar sundram" userId="93422668bb59e199" providerId="LiveId" clId="{ECC9F114-2A0D-4A01-8D1D-BA70B699E1B9}" dt="2025-03-01T06:15:27.950" v="276"/>
          <ac:inkMkLst>
            <pc:docMk/>
            <pc:sldMk cId="0" sldId="266"/>
            <ac:inkMk id="78" creationId="{53C68A20-92BB-C7B2-C62E-69439F31DD6A}"/>
          </ac:inkMkLst>
        </pc:inkChg>
        <pc:inkChg chg="add">
          <ac:chgData name="kumar sundram" userId="93422668bb59e199" providerId="LiveId" clId="{ECC9F114-2A0D-4A01-8D1D-BA70B699E1B9}" dt="2025-03-01T06:15:32.955" v="277" actId="9405"/>
          <ac:inkMkLst>
            <pc:docMk/>
            <pc:sldMk cId="0" sldId="266"/>
            <ac:inkMk id="80" creationId="{C6748F9C-46CA-50B7-F0B2-D7530033A26B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81" creationId="{2598FA45-3F5E-07F8-7948-00FCFD783894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82" creationId="{5BF840D1-67E8-4F5C-9D7A-47D274770801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83" creationId="{4EE5C69C-B92B-7BD2-B11C-5F9C021FF601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84" creationId="{A6E6D6B1-97C1-D01E-DDE4-7434231559ED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85" creationId="{473CAA35-4FBF-23CE-BD48-E1631D55A82D}"/>
          </ac:inkMkLst>
        </pc:inkChg>
        <pc:inkChg chg="add">
          <ac:chgData name="kumar sundram" userId="93422668bb59e199" providerId="LiveId" clId="{ECC9F114-2A0D-4A01-8D1D-BA70B699E1B9}" dt="2025-03-01T06:15:37.909" v="283" actId="9405"/>
          <ac:inkMkLst>
            <pc:docMk/>
            <pc:sldMk cId="0" sldId="266"/>
            <ac:inkMk id="86" creationId="{AF82CD48-81BB-E83E-2D33-6BB0B9A39BE6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87" creationId="{A8B3C9BA-FCB9-3B6A-577D-2029A0F24486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88" creationId="{447F1D70-EF60-C38C-3608-8474A2642F40}"/>
          </ac:inkMkLst>
        </pc:inkChg>
        <pc:inkChg chg="add">
          <ac:chgData name="kumar sundram" userId="93422668bb59e199" providerId="LiveId" clId="{ECC9F114-2A0D-4A01-8D1D-BA70B699E1B9}" dt="2025-03-01T06:15:38.858" v="286" actId="9405"/>
          <ac:inkMkLst>
            <pc:docMk/>
            <pc:sldMk cId="0" sldId="266"/>
            <ac:inkMk id="89" creationId="{A8E02862-76F2-41F1-70C5-6A9D65F05721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90" creationId="{48F19969-FDF8-71E5-0D47-7B2CE4FAD1DA}"/>
          </ac:inkMkLst>
        </pc:inkChg>
        <pc:inkChg chg="add mod">
          <ac:chgData name="kumar sundram" userId="93422668bb59e199" providerId="LiveId" clId="{ECC9F114-2A0D-4A01-8D1D-BA70B699E1B9}" dt="2025-03-01T06:15:40.045" v="289"/>
          <ac:inkMkLst>
            <pc:docMk/>
            <pc:sldMk cId="0" sldId="266"/>
            <ac:inkMk id="91" creationId="{F8A3C8ED-8C34-CB24-7E3F-878EDA77E734}"/>
          </ac:inkMkLst>
        </pc:inkChg>
      </pc:sldChg>
      <pc:sldChg chg="addSp delSp modSp mod">
        <pc:chgData name="kumar sundram" userId="93422668bb59e199" providerId="LiveId" clId="{ECC9F114-2A0D-4A01-8D1D-BA70B699E1B9}" dt="2025-03-01T06:16:47.271" v="311"/>
        <pc:sldMkLst>
          <pc:docMk/>
          <pc:sldMk cId="612994263" sldId="267"/>
        </pc:sldMkLst>
        <pc:grpChg chg="del mod">
          <ac:chgData name="kumar sundram" userId="93422668bb59e199" providerId="LiveId" clId="{ECC9F114-2A0D-4A01-8D1D-BA70B699E1B9}" dt="2025-03-01T06:16:39.364" v="302"/>
          <ac:grpSpMkLst>
            <pc:docMk/>
            <pc:sldMk cId="612994263" sldId="267"/>
            <ac:grpSpMk id="9" creationId="{2B8B96CB-81F7-1E7B-73ED-B92F3EE04785}"/>
          </ac:grpSpMkLst>
        </pc:grpChg>
        <pc:grpChg chg="del mod">
          <ac:chgData name="kumar sundram" userId="93422668bb59e199" providerId="LiveId" clId="{ECC9F114-2A0D-4A01-8D1D-BA70B699E1B9}" dt="2025-03-01T06:16:47.271" v="311"/>
          <ac:grpSpMkLst>
            <pc:docMk/>
            <pc:sldMk cId="612994263" sldId="267"/>
            <ac:grpSpMk id="15" creationId="{C3B01EF4-0C75-3EBA-9427-E2696C067B5C}"/>
          </ac:grpSpMkLst>
        </pc:grpChg>
        <pc:grpChg chg="mod">
          <ac:chgData name="kumar sundram" userId="93422668bb59e199" providerId="LiveId" clId="{ECC9F114-2A0D-4A01-8D1D-BA70B699E1B9}" dt="2025-03-01T06:16:47.271" v="311"/>
          <ac:grpSpMkLst>
            <pc:docMk/>
            <pc:sldMk cId="612994263" sldId="267"/>
            <ac:grpSpMk id="24" creationId="{008101DD-847B-E192-4009-800ABEAA534B}"/>
          </ac:grpSpMkLst>
        </pc:grpChg>
        <pc:inkChg chg="add mod">
          <ac:chgData name="kumar sundram" userId="93422668bb59e199" providerId="LiveId" clId="{ECC9F114-2A0D-4A01-8D1D-BA70B699E1B9}" dt="2025-03-01T06:16:47.271" v="311"/>
          <ac:inkMkLst>
            <pc:docMk/>
            <pc:sldMk cId="612994263" sldId="267"/>
            <ac:inkMk id="3" creationId="{0BADB6CE-A3EA-BE92-C04B-3706EDA7F0E3}"/>
          </ac:inkMkLst>
        </pc:inkChg>
        <pc:inkChg chg="add mod">
          <ac:chgData name="kumar sundram" userId="93422668bb59e199" providerId="LiveId" clId="{ECC9F114-2A0D-4A01-8D1D-BA70B699E1B9}" dt="2025-03-01T06:16:47.271" v="311"/>
          <ac:inkMkLst>
            <pc:docMk/>
            <pc:sldMk cId="612994263" sldId="267"/>
            <ac:inkMk id="4" creationId="{121130D0-D351-9436-5C09-40B40EC7C7F3}"/>
          </ac:inkMkLst>
        </pc:inkChg>
        <pc:inkChg chg="add mod">
          <ac:chgData name="kumar sundram" userId="93422668bb59e199" providerId="LiveId" clId="{ECC9F114-2A0D-4A01-8D1D-BA70B699E1B9}" dt="2025-03-01T06:16:39.364" v="302"/>
          <ac:inkMkLst>
            <pc:docMk/>
            <pc:sldMk cId="612994263" sldId="267"/>
            <ac:inkMk id="5" creationId="{42C805C5-8A87-B241-FBFC-23F0194A8DC7}"/>
          </ac:inkMkLst>
        </pc:inkChg>
        <pc:inkChg chg="add mod">
          <ac:chgData name="kumar sundram" userId="93422668bb59e199" providerId="LiveId" clId="{ECC9F114-2A0D-4A01-8D1D-BA70B699E1B9}" dt="2025-03-01T06:16:34.007" v="296"/>
          <ac:inkMkLst>
            <pc:docMk/>
            <pc:sldMk cId="612994263" sldId="267"/>
            <ac:inkMk id="6" creationId="{F7A33BB4-A761-E7CB-6AF9-151593D29A65}"/>
          </ac:inkMkLst>
        </pc:inkChg>
        <pc:inkChg chg="add mod">
          <ac:chgData name="kumar sundram" userId="93422668bb59e199" providerId="LiveId" clId="{ECC9F114-2A0D-4A01-8D1D-BA70B699E1B9}" dt="2025-03-01T06:16:34.007" v="296"/>
          <ac:inkMkLst>
            <pc:docMk/>
            <pc:sldMk cId="612994263" sldId="267"/>
            <ac:inkMk id="7" creationId="{C945E344-F5E4-AD33-4782-9515E10C0EA9}"/>
          </ac:inkMkLst>
        </pc:inkChg>
        <pc:inkChg chg="add mod">
          <ac:chgData name="kumar sundram" userId="93422668bb59e199" providerId="LiveId" clId="{ECC9F114-2A0D-4A01-8D1D-BA70B699E1B9}" dt="2025-03-01T06:16:34.007" v="296"/>
          <ac:inkMkLst>
            <pc:docMk/>
            <pc:sldMk cId="612994263" sldId="267"/>
            <ac:inkMk id="8" creationId="{00B19D6C-65D0-5FCD-12E0-E19D5E3BC04A}"/>
          </ac:inkMkLst>
        </pc:inkChg>
        <pc:inkChg chg="add mod">
          <ac:chgData name="kumar sundram" userId="93422668bb59e199" providerId="LiveId" clId="{ECC9F114-2A0D-4A01-8D1D-BA70B699E1B9}" dt="2025-03-01T06:16:39.364" v="302"/>
          <ac:inkMkLst>
            <pc:docMk/>
            <pc:sldMk cId="612994263" sldId="267"/>
            <ac:inkMk id="10" creationId="{2CDC5398-B821-4C53-1196-CAD216036FE8}"/>
          </ac:inkMkLst>
        </pc:inkChg>
        <pc:inkChg chg="add mod">
          <ac:chgData name="kumar sundram" userId="93422668bb59e199" providerId="LiveId" clId="{ECC9F114-2A0D-4A01-8D1D-BA70B699E1B9}" dt="2025-03-01T06:16:47.271" v="311"/>
          <ac:inkMkLst>
            <pc:docMk/>
            <pc:sldMk cId="612994263" sldId="267"/>
            <ac:inkMk id="11" creationId="{B6A29769-87B4-2DFB-2D25-B71E912E2E30}"/>
          </ac:inkMkLst>
        </pc:inkChg>
        <pc:inkChg chg="add mod">
          <ac:chgData name="kumar sundram" userId="93422668bb59e199" providerId="LiveId" clId="{ECC9F114-2A0D-4A01-8D1D-BA70B699E1B9}" dt="2025-03-01T06:16:39.364" v="302"/>
          <ac:inkMkLst>
            <pc:docMk/>
            <pc:sldMk cId="612994263" sldId="267"/>
            <ac:inkMk id="12" creationId="{F8405D35-162A-CFA6-FBB8-5A33B4DC8FF7}"/>
          </ac:inkMkLst>
        </pc:inkChg>
        <pc:inkChg chg="add mod">
          <ac:chgData name="kumar sundram" userId="93422668bb59e199" providerId="LiveId" clId="{ECC9F114-2A0D-4A01-8D1D-BA70B699E1B9}" dt="2025-03-01T06:16:47.271" v="311"/>
          <ac:inkMkLst>
            <pc:docMk/>
            <pc:sldMk cId="612994263" sldId="267"/>
            <ac:inkMk id="13" creationId="{23E8624A-C68F-0070-1EC0-71110151D366}"/>
          </ac:inkMkLst>
        </pc:inkChg>
        <pc:inkChg chg="add mod">
          <ac:chgData name="kumar sundram" userId="93422668bb59e199" providerId="LiveId" clId="{ECC9F114-2A0D-4A01-8D1D-BA70B699E1B9}" dt="2025-03-01T06:16:39.364" v="302"/>
          <ac:inkMkLst>
            <pc:docMk/>
            <pc:sldMk cId="612994263" sldId="267"/>
            <ac:inkMk id="14" creationId="{137037D5-ED45-C4DB-C6F1-F2CA2325608F}"/>
          </ac:inkMkLst>
        </pc:inkChg>
        <pc:inkChg chg="add mod">
          <ac:chgData name="kumar sundram" userId="93422668bb59e199" providerId="LiveId" clId="{ECC9F114-2A0D-4A01-8D1D-BA70B699E1B9}" dt="2025-03-01T06:16:47.271" v="311"/>
          <ac:inkMkLst>
            <pc:docMk/>
            <pc:sldMk cId="612994263" sldId="267"/>
            <ac:inkMk id="16" creationId="{F60728B7-EAEC-A796-E8F5-D769834D85AE}"/>
          </ac:inkMkLst>
        </pc:inkChg>
        <pc:inkChg chg="add mod">
          <ac:chgData name="kumar sundram" userId="93422668bb59e199" providerId="LiveId" clId="{ECC9F114-2A0D-4A01-8D1D-BA70B699E1B9}" dt="2025-03-01T06:16:47.271" v="311"/>
          <ac:inkMkLst>
            <pc:docMk/>
            <pc:sldMk cId="612994263" sldId="267"/>
            <ac:inkMk id="17" creationId="{C1AEEC24-410B-4C5F-8970-3A46C15A53BA}"/>
          </ac:inkMkLst>
        </pc:inkChg>
        <pc:inkChg chg="add">
          <ac:chgData name="kumar sundram" userId="93422668bb59e199" providerId="LiveId" clId="{ECC9F114-2A0D-4A01-8D1D-BA70B699E1B9}" dt="2025-03-01T06:16:42.139" v="305" actId="9405"/>
          <ac:inkMkLst>
            <pc:docMk/>
            <pc:sldMk cId="612994263" sldId="267"/>
            <ac:inkMk id="18" creationId="{50EC91EC-26C9-125E-4BBC-AA9F747A03C0}"/>
          </ac:inkMkLst>
        </pc:inkChg>
        <pc:inkChg chg="add">
          <ac:chgData name="kumar sundram" userId="93422668bb59e199" providerId="LiveId" clId="{ECC9F114-2A0D-4A01-8D1D-BA70B699E1B9}" dt="2025-03-01T06:16:42.781" v="306" actId="9405"/>
          <ac:inkMkLst>
            <pc:docMk/>
            <pc:sldMk cId="612994263" sldId="267"/>
            <ac:inkMk id="19" creationId="{CC9F8AD8-1472-0CA7-CE08-4746D94B03C3}"/>
          </ac:inkMkLst>
        </pc:inkChg>
        <pc:inkChg chg="add">
          <ac:chgData name="kumar sundram" userId="93422668bb59e199" providerId="LiveId" clId="{ECC9F114-2A0D-4A01-8D1D-BA70B699E1B9}" dt="2025-03-01T06:16:43.479" v="307" actId="9405"/>
          <ac:inkMkLst>
            <pc:docMk/>
            <pc:sldMk cId="612994263" sldId="267"/>
            <ac:inkMk id="20" creationId="{15B8C47A-D9D7-C9DD-08F4-05EE5D099B12}"/>
          </ac:inkMkLst>
        </pc:inkChg>
        <pc:inkChg chg="add">
          <ac:chgData name="kumar sundram" userId="93422668bb59e199" providerId="LiveId" clId="{ECC9F114-2A0D-4A01-8D1D-BA70B699E1B9}" dt="2025-03-01T06:16:44.321" v="308" actId="9405"/>
          <ac:inkMkLst>
            <pc:docMk/>
            <pc:sldMk cId="612994263" sldId="267"/>
            <ac:inkMk id="21" creationId="{415684F9-0C63-FA47-E32E-B381B068606C}"/>
          </ac:inkMkLst>
        </pc:inkChg>
        <pc:inkChg chg="add mod">
          <ac:chgData name="kumar sundram" userId="93422668bb59e199" providerId="LiveId" clId="{ECC9F114-2A0D-4A01-8D1D-BA70B699E1B9}" dt="2025-03-01T06:16:47.271" v="311"/>
          <ac:inkMkLst>
            <pc:docMk/>
            <pc:sldMk cId="612994263" sldId="267"/>
            <ac:inkMk id="22" creationId="{D81D1C48-E059-0915-71B3-F21876A6AF9C}"/>
          </ac:inkMkLst>
        </pc:inkChg>
        <pc:inkChg chg="add mod">
          <ac:chgData name="kumar sundram" userId="93422668bb59e199" providerId="LiveId" clId="{ECC9F114-2A0D-4A01-8D1D-BA70B699E1B9}" dt="2025-03-01T06:16:47.271" v="311"/>
          <ac:inkMkLst>
            <pc:docMk/>
            <pc:sldMk cId="612994263" sldId="267"/>
            <ac:inkMk id="23" creationId="{819580DF-C324-55FD-6163-B69937B423F7}"/>
          </ac:inkMkLst>
        </pc:inkChg>
      </pc:sldChg>
      <pc:sldChg chg="addSp modSp mod">
        <pc:chgData name="kumar sundram" userId="93422668bb59e199" providerId="LiveId" clId="{ECC9F114-2A0D-4A01-8D1D-BA70B699E1B9}" dt="2025-03-01T06:18:29.174" v="317" actId="9405"/>
        <pc:sldMkLst>
          <pc:docMk/>
          <pc:sldMk cId="0" sldId="269"/>
        </pc:sldMkLst>
        <pc:grpChg chg="mod">
          <ac:chgData name="kumar sundram" userId="93422668bb59e199" providerId="LiveId" clId="{ECC9F114-2A0D-4A01-8D1D-BA70B699E1B9}" dt="2025-03-01T06:18:20.874" v="315"/>
          <ac:grpSpMkLst>
            <pc:docMk/>
            <pc:sldMk cId="0" sldId="269"/>
            <ac:grpSpMk id="14" creationId="{88A62409-975D-322E-48B9-E0E9238ED403}"/>
          </ac:grpSpMkLst>
        </pc:grpChg>
        <pc:inkChg chg="add mod">
          <ac:chgData name="kumar sundram" userId="93422668bb59e199" providerId="LiveId" clId="{ECC9F114-2A0D-4A01-8D1D-BA70B699E1B9}" dt="2025-03-01T06:18:20.874" v="315"/>
          <ac:inkMkLst>
            <pc:docMk/>
            <pc:sldMk cId="0" sldId="269"/>
            <ac:inkMk id="11" creationId="{55197610-584A-0229-D4CF-D2EDAEF1A383}"/>
          </ac:inkMkLst>
        </pc:inkChg>
        <pc:inkChg chg="add mod">
          <ac:chgData name="kumar sundram" userId="93422668bb59e199" providerId="LiveId" clId="{ECC9F114-2A0D-4A01-8D1D-BA70B699E1B9}" dt="2025-03-01T06:18:20.874" v="315"/>
          <ac:inkMkLst>
            <pc:docMk/>
            <pc:sldMk cId="0" sldId="269"/>
            <ac:inkMk id="12" creationId="{65CBBABE-A2CA-05B1-1162-F76B3B837E33}"/>
          </ac:inkMkLst>
        </pc:inkChg>
        <pc:inkChg chg="add">
          <ac:chgData name="kumar sundram" userId="93422668bb59e199" providerId="LiveId" clId="{ECC9F114-2A0D-4A01-8D1D-BA70B699E1B9}" dt="2025-03-01T06:18:20.102" v="314" actId="9405"/>
          <ac:inkMkLst>
            <pc:docMk/>
            <pc:sldMk cId="0" sldId="269"/>
            <ac:inkMk id="13" creationId="{54C78551-0B6B-AC5B-053D-0D7E73A4157E}"/>
          </ac:inkMkLst>
        </pc:inkChg>
        <pc:inkChg chg="add">
          <ac:chgData name="kumar sundram" userId="93422668bb59e199" providerId="LiveId" clId="{ECC9F114-2A0D-4A01-8D1D-BA70B699E1B9}" dt="2025-03-01T06:18:28.255" v="316" actId="9405"/>
          <ac:inkMkLst>
            <pc:docMk/>
            <pc:sldMk cId="0" sldId="269"/>
            <ac:inkMk id="15" creationId="{6BB39A75-0174-CDA8-40D6-A7716E7205DE}"/>
          </ac:inkMkLst>
        </pc:inkChg>
        <pc:inkChg chg="add">
          <ac:chgData name="kumar sundram" userId="93422668bb59e199" providerId="LiveId" clId="{ECC9F114-2A0D-4A01-8D1D-BA70B699E1B9}" dt="2025-03-01T06:18:29.174" v="317" actId="9405"/>
          <ac:inkMkLst>
            <pc:docMk/>
            <pc:sldMk cId="0" sldId="269"/>
            <ac:inkMk id="16" creationId="{42AC9E7E-7580-68FA-C1F0-5907AFB6F8F4}"/>
          </ac:inkMkLst>
        </pc:inkChg>
      </pc:sldChg>
    </pc:docChg>
  </pc:docChgLst>
  <pc:docChgLst>
    <pc:chgData name="kumar sundram" userId="93422668bb59e199" providerId="LiveId" clId="{B901B84F-FA5C-40F9-BE8B-C4B13E7E149A}"/>
    <pc:docChg chg="custSel addSld delSld modSld">
      <pc:chgData name="kumar sundram" userId="93422668bb59e199" providerId="LiveId" clId="{B901B84F-FA5C-40F9-BE8B-C4B13E7E149A}" dt="2025-02-23T18:03:04.676" v="9" actId="1076"/>
      <pc:docMkLst>
        <pc:docMk/>
      </pc:docMkLst>
      <pc:sldChg chg="add">
        <pc:chgData name="kumar sundram" userId="93422668bb59e199" providerId="LiveId" clId="{B901B84F-FA5C-40F9-BE8B-C4B13E7E149A}" dt="2025-02-23T18:00:49.346" v="0"/>
        <pc:sldMkLst>
          <pc:docMk/>
          <pc:sldMk cId="0" sldId="269"/>
        </pc:sldMkLst>
      </pc:sldChg>
      <pc:sldChg chg="add">
        <pc:chgData name="kumar sundram" userId="93422668bb59e199" providerId="LiveId" clId="{B901B84F-FA5C-40F9-BE8B-C4B13E7E149A}" dt="2025-02-23T18:01:52.311" v="1"/>
        <pc:sldMkLst>
          <pc:docMk/>
          <pc:sldMk cId="0" sldId="270"/>
        </pc:sldMkLst>
      </pc:sldChg>
      <pc:sldChg chg="addSp delSp modSp add del mod">
        <pc:chgData name="kumar sundram" userId="93422668bb59e199" providerId="LiveId" clId="{B901B84F-FA5C-40F9-BE8B-C4B13E7E149A}" dt="2025-02-23T18:03:04.676" v="9" actId="1076"/>
        <pc:sldMkLst>
          <pc:docMk/>
          <pc:sldMk cId="0" sldId="271"/>
        </pc:sldMkLst>
        <pc:spChg chg="mod">
          <ac:chgData name="kumar sundram" userId="93422668bb59e199" providerId="LiveId" clId="{B901B84F-FA5C-40F9-BE8B-C4B13E7E149A}" dt="2025-02-23T18:02:40.618" v="7" actId="14100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kumar sundram" userId="93422668bb59e199" providerId="LiveId" clId="{B901B84F-FA5C-40F9-BE8B-C4B13E7E149A}" dt="2025-02-23T18:03:04.676" v="9" actId="1076"/>
          <ac:spMkLst>
            <pc:docMk/>
            <pc:sldMk cId="0" sldId="271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512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3550" y="358775"/>
            <a:ext cx="757237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4762" y="2895658"/>
            <a:ext cx="6731634" cy="2831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l="131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8299" y="3147695"/>
            <a:ext cx="4802505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3200" spc="-20" dirty="0"/>
              <a:t>Introduction</a:t>
            </a:r>
            <a:r>
              <a:rPr sz="3200" spc="-65" dirty="0"/>
              <a:t> </a:t>
            </a:r>
            <a:r>
              <a:rPr sz="3200" dirty="0"/>
              <a:t>to</a:t>
            </a:r>
            <a:r>
              <a:rPr sz="3200" spc="-60" dirty="0"/>
              <a:t> </a:t>
            </a:r>
            <a:r>
              <a:rPr sz="3200" spc="-10" dirty="0"/>
              <a:t>LangGraph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3809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3809999" y="0"/>
                </a:lnTo>
                <a:lnTo>
                  <a:pt x="3809999" y="6857999"/>
                </a:lnTo>
                <a:close/>
              </a:path>
            </a:pathLst>
          </a:custGeom>
          <a:solidFill>
            <a:srgbClr val="25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550" y="2759075"/>
            <a:ext cx="2498090" cy="130175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520"/>
              </a:spcBef>
            </a:pPr>
            <a:r>
              <a:rPr sz="3000" spc="-40" dirty="0">
                <a:solidFill>
                  <a:srgbClr val="FFFFFF"/>
                </a:solidFill>
                <a:latin typeface="Roboto"/>
                <a:cs typeface="Roboto"/>
              </a:rPr>
              <a:t>Understanding </a:t>
            </a:r>
            <a:r>
              <a:rPr sz="3000" spc="-10" dirty="0">
                <a:solidFill>
                  <a:srgbClr val="FFFFFF"/>
                </a:solidFill>
                <a:latin typeface="Roboto"/>
                <a:cs typeface="Roboto"/>
              </a:rPr>
              <a:t>Agentic Systems</a:t>
            </a:r>
            <a:endParaRPr sz="30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1996788"/>
            <a:ext cx="127661" cy="1276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3006438"/>
            <a:ext cx="127661" cy="127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4025613"/>
            <a:ext cx="127661" cy="12766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87887" y="1733607"/>
            <a:ext cx="5760720" cy="802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60" dirty="0">
                <a:latin typeface="Tahoma"/>
                <a:cs typeface="Tahoma"/>
              </a:rPr>
              <a:t>Agentic</a:t>
            </a:r>
            <a:r>
              <a:rPr sz="2300" spc="-165" dirty="0">
                <a:latin typeface="Tahoma"/>
                <a:cs typeface="Tahoma"/>
              </a:rPr>
              <a:t> </a:t>
            </a:r>
            <a:r>
              <a:rPr sz="2300" spc="-10" dirty="0">
                <a:latin typeface="Tahoma"/>
                <a:cs typeface="Tahoma"/>
              </a:rPr>
              <a:t>Systems:</a:t>
            </a: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Systems</a:t>
            </a:r>
            <a:r>
              <a:rPr sz="145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that</a:t>
            </a:r>
            <a:r>
              <a:rPr sz="145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DEDEDE"/>
                </a:solidFill>
                <a:latin typeface="Tahoma"/>
                <a:cs typeface="Tahoma"/>
              </a:rPr>
              <a:t>utilize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80" dirty="0">
                <a:solidFill>
                  <a:srgbClr val="DEDEDE"/>
                </a:solidFill>
                <a:latin typeface="Tahoma"/>
                <a:cs typeface="Tahoma"/>
              </a:rPr>
              <a:t>LLMs</a:t>
            </a:r>
            <a:r>
              <a:rPr sz="145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manage</a:t>
            </a:r>
            <a:r>
              <a:rPr sz="145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control</a:t>
            </a:r>
            <a:r>
              <a:rPr sz="145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flow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of</a:t>
            </a:r>
            <a:r>
              <a:rPr sz="145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applications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87887" y="2743257"/>
            <a:ext cx="5631180" cy="802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75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23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Functions:</a:t>
            </a: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Routing</a:t>
            </a:r>
            <a:r>
              <a:rPr sz="1450" spc="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decisions,</a:t>
            </a:r>
            <a:r>
              <a:rPr sz="1450" spc="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tool</a:t>
            </a:r>
            <a:r>
              <a:rPr sz="1450" spc="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selection,</a:t>
            </a:r>
            <a:r>
              <a:rPr sz="1450" spc="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and</a:t>
            </a:r>
            <a:r>
              <a:rPr sz="1450" spc="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evaluating</a:t>
            </a:r>
            <a:r>
              <a:rPr sz="1450" spc="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output</a:t>
            </a:r>
            <a:r>
              <a:rPr sz="1450" spc="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sufficiency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7887" y="3762432"/>
            <a:ext cx="6729730" cy="802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55" dirty="0">
                <a:solidFill>
                  <a:srgbClr val="FFFFFF"/>
                </a:solidFill>
                <a:latin typeface="Tahoma"/>
                <a:cs typeface="Tahoma"/>
              </a:rPr>
              <a:t>Agent</a:t>
            </a:r>
            <a:r>
              <a:rPr sz="23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Loop:</a:t>
            </a: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50" spc="20" dirty="0">
                <a:solidFill>
                  <a:srgbClr val="DEDEDE"/>
                </a:solidFill>
                <a:latin typeface="Tahoma"/>
                <a:cs typeface="Tahoma"/>
              </a:rPr>
              <a:t>Continuous</a:t>
            </a:r>
            <a:r>
              <a:rPr sz="1450" spc="-3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DEDEDE"/>
                </a:solidFill>
                <a:latin typeface="Tahoma"/>
                <a:cs typeface="Tahoma"/>
              </a:rPr>
              <a:t>decision-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making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DEDEDE"/>
                </a:solidFill>
                <a:latin typeface="Tahoma"/>
                <a:cs typeface="Tahoma"/>
              </a:rPr>
              <a:t>process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DEDEDE"/>
                </a:solidFill>
                <a:latin typeface="Tahoma"/>
                <a:cs typeface="Tahoma"/>
              </a:rPr>
              <a:t>that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DEDEDE"/>
                </a:solidFill>
                <a:latin typeface="Tahoma"/>
                <a:cs typeface="Tahoma"/>
              </a:rPr>
              <a:t>enables</a:t>
            </a:r>
            <a:r>
              <a:rPr sz="1450" spc="-3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agents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DEDEDE"/>
                </a:solidFill>
                <a:latin typeface="Tahoma"/>
                <a:cs typeface="Tahoma"/>
              </a:rPr>
              <a:t>solve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20" dirty="0">
                <a:solidFill>
                  <a:srgbClr val="DEDEDE"/>
                </a:solidFill>
                <a:latin typeface="Tahoma"/>
                <a:cs typeface="Tahoma"/>
              </a:rPr>
              <a:t>complex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tasks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3809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3809999" y="0"/>
                </a:lnTo>
                <a:lnTo>
                  <a:pt x="3809999" y="6857999"/>
                </a:lnTo>
                <a:close/>
              </a:path>
            </a:pathLst>
          </a:custGeom>
          <a:solidFill>
            <a:srgbClr val="25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550" y="3178175"/>
            <a:ext cx="27057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3000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FFFFFF"/>
                </a:solidFill>
                <a:latin typeface="Roboto"/>
                <a:cs typeface="Roboto"/>
              </a:rPr>
              <a:t>Agent</a:t>
            </a:r>
            <a:r>
              <a:rPr sz="3000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Roboto"/>
                <a:cs typeface="Roboto"/>
              </a:rPr>
              <a:t>Loop</a:t>
            </a:r>
            <a:endParaRPr sz="300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43849" y="1309687"/>
            <a:ext cx="114300" cy="619125"/>
            <a:chOff x="7943849" y="1309687"/>
            <a:chExt cx="114300" cy="619125"/>
          </a:xfrm>
        </p:grpSpPr>
        <p:sp>
          <p:nvSpPr>
            <p:cNvPr id="5" name="object 5"/>
            <p:cNvSpPr/>
            <p:nvPr/>
          </p:nvSpPr>
          <p:spPr>
            <a:xfrm>
              <a:off x="8000999" y="1309687"/>
              <a:ext cx="0" cy="514350"/>
            </a:xfrm>
            <a:custGeom>
              <a:avLst/>
              <a:gdLst/>
              <a:ahLst/>
              <a:cxnLst/>
              <a:rect l="l" t="t" r="r" b="b"/>
              <a:pathLst>
                <a:path h="514350">
                  <a:moveTo>
                    <a:pt x="0" y="0"/>
                  </a:moveTo>
                  <a:lnTo>
                    <a:pt x="0" y="514349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3849" y="1814512"/>
              <a:ext cx="114299" cy="114299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8000999" y="2452687"/>
            <a:ext cx="0" cy="700405"/>
          </a:xfrm>
          <a:custGeom>
            <a:avLst/>
            <a:gdLst/>
            <a:ahLst/>
            <a:cxnLst/>
            <a:rect l="l" t="t" r="r" b="b"/>
            <a:pathLst>
              <a:path h="700405">
                <a:moveTo>
                  <a:pt x="0" y="0"/>
                </a:moveTo>
                <a:lnTo>
                  <a:pt x="0" y="700087"/>
                </a:lnTo>
              </a:path>
            </a:pathLst>
          </a:custGeom>
          <a:ln w="19049">
            <a:solidFill>
              <a:srgbClr val="2573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438650" y="2181224"/>
            <a:ext cx="3619500" cy="2033905"/>
            <a:chOff x="4438650" y="2181224"/>
            <a:chExt cx="3619500" cy="2033905"/>
          </a:xfrm>
        </p:grpSpPr>
        <p:sp>
          <p:nvSpPr>
            <p:cNvPr id="9" name="object 9"/>
            <p:cNvSpPr/>
            <p:nvPr/>
          </p:nvSpPr>
          <p:spPr>
            <a:xfrm>
              <a:off x="8000999" y="3476624"/>
              <a:ext cx="0" cy="538480"/>
            </a:xfrm>
            <a:custGeom>
              <a:avLst/>
              <a:gdLst/>
              <a:ahLst/>
              <a:cxnLst/>
              <a:rect l="l" t="t" r="r" b="b"/>
              <a:pathLst>
                <a:path h="538479">
                  <a:moveTo>
                    <a:pt x="0" y="0"/>
                  </a:moveTo>
                  <a:lnTo>
                    <a:pt x="0" y="538162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3849" y="4005262"/>
              <a:ext cx="114299" cy="1142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43499" y="2190749"/>
              <a:ext cx="1976755" cy="1919605"/>
            </a:xfrm>
            <a:custGeom>
              <a:avLst/>
              <a:gdLst/>
              <a:ahLst/>
              <a:cxnLst/>
              <a:rect l="l" t="t" r="r" b="b"/>
              <a:pathLst>
                <a:path w="1976754" h="1919604">
                  <a:moveTo>
                    <a:pt x="1976437" y="0"/>
                  </a:moveTo>
                  <a:lnTo>
                    <a:pt x="0" y="0"/>
                  </a:lnTo>
                  <a:lnTo>
                    <a:pt x="0" y="1919287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6349" y="4100512"/>
              <a:ext cx="114299" cy="1142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38650" y="3133724"/>
              <a:ext cx="1409700" cy="323850"/>
            </a:xfrm>
            <a:custGeom>
              <a:avLst/>
              <a:gdLst/>
              <a:ahLst/>
              <a:cxnLst/>
              <a:rect l="l" t="t" r="r" b="b"/>
              <a:pathLst>
                <a:path w="1409700" h="323850">
                  <a:moveTo>
                    <a:pt x="14096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323849"/>
                  </a:lnTo>
                  <a:close/>
                </a:path>
              </a:pathLst>
            </a:custGeom>
            <a:solidFill>
              <a:srgbClr val="1512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183437" y="3184270"/>
            <a:ext cx="162877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b="1" spc="-60" dirty="0">
                <a:solidFill>
                  <a:srgbClr val="FFFFFF"/>
                </a:solidFill>
                <a:latin typeface="Tahoma"/>
                <a:cs typeface="Tahoma"/>
              </a:rPr>
              <a:t>Response </a:t>
            </a:r>
            <a:r>
              <a:rPr sz="1350" b="1" spc="-30" dirty="0">
                <a:solidFill>
                  <a:srgbClr val="FFFFFF"/>
                </a:solidFill>
                <a:latin typeface="Tahoma"/>
                <a:cs typeface="Tahoma"/>
              </a:rPr>
              <a:t>Sufficient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21200" y="3165220"/>
            <a:ext cx="1235075" cy="2355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b="1" spc="-20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r>
              <a:rPr sz="135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spc="-25" dirty="0">
                <a:solidFill>
                  <a:srgbClr val="FFFFFF"/>
                </a:solidFill>
                <a:latin typeface="Tahoma"/>
                <a:cs typeface="Tahoma"/>
              </a:rPr>
              <a:t>Needed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33974" y="4729162"/>
            <a:ext cx="1962150" cy="948055"/>
            <a:chOff x="5133974" y="4729162"/>
            <a:chExt cx="1962150" cy="948055"/>
          </a:xfrm>
        </p:grpSpPr>
        <p:sp>
          <p:nvSpPr>
            <p:cNvPr id="17" name="object 17"/>
            <p:cNvSpPr/>
            <p:nvPr/>
          </p:nvSpPr>
          <p:spPr>
            <a:xfrm>
              <a:off x="5143499" y="4738687"/>
              <a:ext cx="1847850" cy="881380"/>
            </a:xfrm>
            <a:custGeom>
              <a:avLst/>
              <a:gdLst/>
              <a:ahLst/>
              <a:cxnLst/>
              <a:rect l="l" t="t" r="r" b="b"/>
              <a:pathLst>
                <a:path w="1847850" h="881379">
                  <a:moveTo>
                    <a:pt x="0" y="0"/>
                  </a:moveTo>
                  <a:lnTo>
                    <a:pt x="0" y="881062"/>
                  </a:lnTo>
                  <a:lnTo>
                    <a:pt x="1847849" y="881062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81824" y="5562599"/>
              <a:ext cx="114299" cy="114299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8882061" y="2133599"/>
            <a:ext cx="2090420" cy="3495675"/>
            <a:chOff x="8882061" y="2133599"/>
            <a:chExt cx="2090420" cy="3495675"/>
          </a:xfrm>
        </p:grpSpPr>
        <p:sp>
          <p:nvSpPr>
            <p:cNvPr id="20" name="object 20"/>
            <p:cNvSpPr/>
            <p:nvPr/>
          </p:nvSpPr>
          <p:spPr>
            <a:xfrm>
              <a:off x="8986836" y="2190749"/>
              <a:ext cx="1976120" cy="3429000"/>
            </a:xfrm>
            <a:custGeom>
              <a:avLst/>
              <a:gdLst/>
              <a:ahLst/>
              <a:cxnLst/>
              <a:rect l="l" t="t" r="r" b="b"/>
              <a:pathLst>
                <a:path w="1976120" h="3429000">
                  <a:moveTo>
                    <a:pt x="109537" y="3428999"/>
                  </a:moveTo>
                  <a:lnTo>
                    <a:pt x="1975865" y="3428999"/>
                  </a:lnTo>
                  <a:lnTo>
                    <a:pt x="1975865" y="0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82061" y="2133599"/>
              <a:ext cx="114299" cy="114299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7343775" y="790574"/>
            <a:ext cx="1323975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125"/>
              </a:spcBef>
            </a:pPr>
            <a:r>
              <a:rPr sz="1500" spc="70" dirty="0">
                <a:latin typeface="Tahoma"/>
                <a:cs typeface="Tahoma"/>
              </a:rPr>
              <a:t>User</a:t>
            </a:r>
            <a:r>
              <a:rPr sz="1500" spc="-110" dirty="0">
                <a:latin typeface="Tahoma"/>
                <a:cs typeface="Tahoma"/>
              </a:rPr>
              <a:t> </a:t>
            </a:r>
            <a:r>
              <a:rPr sz="1500" spc="-10" dirty="0">
                <a:latin typeface="Tahoma"/>
                <a:cs typeface="Tahoma"/>
              </a:rPr>
              <a:t>Input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24700" y="1933575"/>
            <a:ext cx="1762125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125"/>
              </a:spcBef>
            </a:pPr>
            <a:r>
              <a:rPr sz="1500" spc="120" dirty="0">
                <a:solidFill>
                  <a:srgbClr val="FFFFFF"/>
                </a:solidFill>
                <a:latin typeface="Tahoma"/>
                <a:cs typeface="Tahoma"/>
              </a:rPr>
              <a:t>LLM</a:t>
            </a:r>
            <a:r>
              <a:rPr sz="15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FFFFFF"/>
                </a:solidFill>
                <a:latin typeface="Tahoma"/>
                <a:cs typeface="Tahoma"/>
              </a:rPr>
              <a:t>Evaluation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05625" y="4124325"/>
            <a:ext cx="2200275" cy="523875"/>
          </a:xfrm>
          <a:custGeom>
            <a:avLst/>
            <a:gdLst/>
            <a:ahLst/>
            <a:cxnLst/>
            <a:rect l="l" t="t" r="r" b="b"/>
            <a:pathLst>
              <a:path w="2200275" h="523875">
                <a:moveTo>
                  <a:pt x="2200274" y="523874"/>
                </a:moveTo>
                <a:lnTo>
                  <a:pt x="0" y="523874"/>
                </a:lnTo>
                <a:lnTo>
                  <a:pt x="0" y="0"/>
                </a:lnTo>
                <a:lnTo>
                  <a:pt x="2200274" y="0"/>
                </a:lnTo>
                <a:lnTo>
                  <a:pt x="2200274" y="523874"/>
                </a:lnTo>
                <a:close/>
              </a:path>
            </a:pathLst>
          </a:custGeom>
          <a:solidFill>
            <a:srgbClr val="25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079704" y="4250689"/>
            <a:ext cx="1838960" cy="259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dirty="0">
                <a:solidFill>
                  <a:srgbClr val="FFFFFF"/>
                </a:solidFill>
                <a:latin typeface="Tahoma"/>
                <a:cs typeface="Tahoma"/>
              </a:rPr>
              <a:t>Send</a:t>
            </a:r>
            <a:r>
              <a:rPr sz="15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r>
              <a:rPr sz="15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5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86250" y="4219575"/>
            <a:ext cx="1714500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125"/>
              </a:spcBef>
            </a:pPr>
            <a:r>
              <a:rPr sz="1500" spc="45" dirty="0">
                <a:solidFill>
                  <a:srgbClr val="FFFFFF"/>
                </a:solidFill>
                <a:latin typeface="Tahoma"/>
                <a:cs typeface="Tahoma"/>
              </a:rPr>
              <a:t>Execute</a:t>
            </a:r>
            <a:r>
              <a:rPr sz="15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96125" y="5362574"/>
            <a:ext cx="2000250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125"/>
              </a:spcBef>
            </a:pPr>
            <a:r>
              <a:rPr sz="1500" spc="60" dirty="0">
                <a:solidFill>
                  <a:srgbClr val="FFFFFF"/>
                </a:solidFill>
                <a:latin typeface="Tahoma"/>
                <a:cs typeface="Tahoma"/>
              </a:rPr>
              <a:t>Observe</a:t>
            </a:r>
            <a:r>
              <a:rPr sz="15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FFFFFF"/>
                </a:solidFill>
                <a:latin typeface="Tahoma"/>
                <a:cs typeface="Tahoma"/>
              </a:rPr>
              <a:t>Outcome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Practical</a:t>
            </a:r>
            <a:r>
              <a:rPr spc="-130" dirty="0"/>
              <a:t> </a:t>
            </a:r>
            <a:r>
              <a:rPr dirty="0"/>
              <a:t>Use</a:t>
            </a:r>
            <a:r>
              <a:rPr spc="-130" dirty="0"/>
              <a:t> </a:t>
            </a:r>
            <a:r>
              <a:rPr dirty="0"/>
              <a:t>Case:</a:t>
            </a:r>
            <a:r>
              <a:rPr spc="-130" dirty="0"/>
              <a:t> </a:t>
            </a:r>
            <a:r>
              <a:rPr dirty="0"/>
              <a:t>Customer</a:t>
            </a:r>
            <a:r>
              <a:rPr spc="-130" dirty="0"/>
              <a:t> </a:t>
            </a:r>
            <a:r>
              <a:rPr dirty="0"/>
              <a:t>Support</a:t>
            </a:r>
            <a:r>
              <a:rPr spc="-130" dirty="0"/>
              <a:t> </a:t>
            </a:r>
            <a:r>
              <a:rPr spc="-10" dirty="0"/>
              <a:t>Agent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1514474"/>
            <a:ext cx="2667000" cy="4495800"/>
            <a:chOff x="476249" y="1514474"/>
            <a:chExt cx="2667000" cy="4495800"/>
          </a:xfrm>
        </p:grpSpPr>
        <p:sp>
          <p:nvSpPr>
            <p:cNvPr id="4" name="object 4"/>
            <p:cNvSpPr/>
            <p:nvPr/>
          </p:nvSpPr>
          <p:spPr>
            <a:xfrm>
              <a:off x="476249" y="1514474"/>
              <a:ext cx="2667000" cy="4495800"/>
            </a:xfrm>
            <a:custGeom>
              <a:avLst/>
              <a:gdLst/>
              <a:ahLst/>
              <a:cxnLst/>
              <a:rect l="l" t="t" r="r" b="b"/>
              <a:pathLst>
                <a:path w="2667000" h="4495800">
                  <a:moveTo>
                    <a:pt x="2666999" y="4495799"/>
                  </a:moveTo>
                  <a:lnTo>
                    <a:pt x="0" y="4495799"/>
                  </a:lnTo>
                  <a:lnTo>
                    <a:pt x="0" y="0"/>
                  </a:lnTo>
                  <a:lnTo>
                    <a:pt x="2666999" y="0"/>
                  </a:lnTo>
                  <a:lnTo>
                    <a:pt x="2666999" y="4495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126" y="2653514"/>
              <a:ext cx="2282411" cy="221772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514724" y="1514474"/>
            <a:ext cx="4010025" cy="2152650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212725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675"/>
              </a:spcBef>
            </a:pPr>
            <a:r>
              <a:rPr sz="2150" spc="-10" dirty="0">
                <a:solidFill>
                  <a:srgbClr val="FFFFFF"/>
                </a:solidFill>
                <a:latin typeface="Tahoma"/>
                <a:cs typeface="Tahoma"/>
              </a:rPr>
              <a:t>Scenario:</a:t>
            </a:r>
            <a:endParaRPr sz="2150">
              <a:latin typeface="Tahoma"/>
              <a:cs typeface="Tahoma"/>
            </a:endParaRPr>
          </a:p>
          <a:p>
            <a:pPr marL="288290" marR="443865">
              <a:lnSpc>
                <a:spcPct val="121100"/>
              </a:lnSpc>
              <a:spcBef>
                <a:spcPts val="940"/>
              </a:spcBef>
            </a:pPr>
            <a:r>
              <a:rPr sz="1600" spc="65" dirty="0">
                <a:solidFill>
                  <a:srgbClr val="DEDEDE"/>
                </a:solidFill>
                <a:latin typeface="Tahoma"/>
                <a:cs typeface="Tahoma"/>
              </a:rPr>
              <a:t>An</a:t>
            </a:r>
            <a:r>
              <a:rPr sz="1600" spc="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80" dirty="0">
                <a:solidFill>
                  <a:srgbClr val="DEDEDE"/>
                </a:solidFill>
                <a:latin typeface="Tahoma"/>
                <a:cs typeface="Tahoma"/>
              </a:rPr>
              <a:t>LLM-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powered</a:t>
            </a:r>
            <a:r>
              <a:rPr sz="1600" spc="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customer</a:t>
            </a:r>
            <a:r>
              <a:rPr sz="1600" spc="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support agent.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15249" y="1514474"/>
            <a:ext cx="4000500" cy="2152650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212725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1675"/>
              </a:spcBef>
            </a:pPr>
            <a:r>
              <a:rPr sz="2150" spc="85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2150" spc="-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Tahoma"/>
                <a:cs typeface="Tahoma"/>
              </a:rPr>
              <a:t>Input:</a:t>
            </a:r>
            <a:endParaRPr sz="2150">
              <a:latin typeface="Tahoma"/>
              <a:cs typeface="Tahoma"/>
            </a:endParaRPr>
          </a:p>
          <a:p>
            <a:pPr marL="281940">
              <a:lnSpc>
                <a:spcPct val="100000"/>
              </a:lnSpc>
              <a:spcBef>
                <a:spcPts val="1345"/>
              </a:spcBef>
            </a:pPr>
            <a:r>
              <a:rPr sz="1600" spc="45" dirty="0">
                <a:solidFill>
                  <a:srgbClr val="DEDEDE"/>
                </a:solidFill>
                <a:latin typeface="Tahoma"/>
                <a:cs typeface="Tahoma"/>
              </a:rPr>
              <a:t>Customer</a:t>
            </a:r>
            <a:r>
              <a:rPr sz="160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asks</a:t>
            </a:r>
            <a:r>
              <a:rPr sz="160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about</a:t>
            </a:r>
            <a:r>
              <a:rPr sz="160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order</a:t>
            </a:r>
            <a:r>
              <a:rPr sz="160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status.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4724" y="3857624"/>
            <a:ext cx="4010025" cy="214312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212725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675"/>
              </a:spcBef>
            </a:pPr>
            <a:r>
              <a:rPr sz="2150" spc="150" dirty="0">
                <a:solidFill>
                  <a:srgbClr val="FFFFFF"/>
                </a:solidFill>
                <a:latin typeface="Tahoma"/>
                <a:cs typeface="Tahoma"/>
              </a:rPr>
              <a:t>LLM</a:t>
            </a:r>
            <a:r>
              <a:rPr sz="215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Tahoma"/>
                <a:cs typeface="Tahoma"/>
              </a:rPr>
              <a:t>Decision:</a:t>
            </a:r>
            <a:endParaRPr sz="2150">
              <a:latin typeface="Tahoma"/>
              <a:cs typeface="Tahoma"/>
            </a:endParaRPr>
          </a:p>
          <a:p>
            <a:pPr marL="288290" marR="208279">
              <a:lnSpc>
                <a:spcPct val="121100"/>
              </a:lnSpc>
              <a:spcBef>
                <a:spcPts val="940"/>
              </a:spcBef>
            </a:pPr>
            <a:r>
              <a:rPr sz="1600" spc="10" dirty="0">
                <a:solidFill>
                  <a:srgbClr val="DEDEDE"/>
                </a:solidFill>
                <a:latin typeface="Tahoma"/>
                <a:cs typeface="Tahoma"/>
              </a:rPr>
              <a:t>Determines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DEDEDE"/>
                </a:solidFill>
                <a:latin typeface="Tahoma"/>
                <a:cs typeface="Tahoma"/>
              </a:rPr>
              <a:t>if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DEDEDE"/>
                </a:solidFill>
                <a:latin typeface="Tahoma"/>
                <a:cs typeface="Tahoma"/>
              </a:rPr>
              <a:t>it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can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DEDEDE"/>
                </a:solidFill>
                <a:latin typeface="Tahoma"/>
                <a:cs typeface="Tahoma"/>
              </a:rPr>
              <a:t>provide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1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status </a:t>
            </a:r>
            <a:r>
              <a:rPr sz="1600" spc="50" dirty="0">
                <a:solidFill>
                  <a:srgbClr val="DEDEDE"/>
                </a:solidFill>
                <a:latin typeface="Tahoma"/>
                <a:cs typeface="Tahoma"/>
              </a:rPr>
              <a:t>directly</a:t>
            </a:r>
            <a:r>
              <a:rPr sz="1600" spc="-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DEDEDE"/>
                </a:solidFill>
                <a:latin typeface="Tahoma"/>
                <a:cs typeface="Tahoma"/>
              </a:rPr>
              <a:t>or</a:t>
            </a:r>
            <a:r>
              <a:rPr sz="1600" spc="-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if</a:t>
            </a:r>
            <a:r>
              <a:rPr sz="160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DEDEDE"/>
                </a:solidFill>
                <a:latin typeface="Tahoma"/>
                <a:cs typeface="Tahoma"/>
              </a:rPr>
              <a:t>it</a:t>
            </a:r>
            <a:r>
              <a:rPr sz="1600" spc="-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needs</a:t>
            </a:r>
            <a:r>
              <a:rPr sz="1600" spc="-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60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fetch</a:t>
            </a:r>
            <a:r>
              <a:rPr sz="1600" spc="-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DEDEDE"/>
                </a:solidFill>
                <a:latin typeface="Tahoma"/>
                <a:cs typeface="Tahoma"/>
              </a:rPr>
              <a:t>data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from</a:t>
            </a:r>
            <a:r>
              <a:rPr sz="160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database.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15249" y="3857624"/>
            <a:ext cx="4000500" cy="214312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212725" rIns="0" bIns="0" rtlCol="0">
            <a:spAutoFit/>
          </a:bodyPr>
          <a:lstStyle/>
          <a:p>
            <a:pPr marL="281940">
              <a:lnSpc>
                <a:spcPct val="100000"/>
              </a:lnSpc>
              <a:spcBef>
                <a:spcPts val="1675"/>
              </a:spcBef>
            </a:pPr>
            <a:r>
              <a:rPr sz="2150" spc="95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r>
              <a:rPr sz="215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Tahoma"/>
                <a:cs typeface="Tahoma"/>
              </a:rPr>
              <a:t>Taken:</a:t>
            </a:r>
            <a:endParaRPr sz="2150">
              <a:latin typeface="Tahoma"/>
              <a:cs typeface="Tahoma"/>
            </a:endParaRPr>
          </a:p>
          <a:p>
            <a:pPr marL="281940" marR="284480">
              <a:lnSpc>
                <a:spcPct val="121100"/>
              </a:lnSpc>
              <a:spcBef>
                <a:spcPts val="940"/>
              </a:spcBef>
            </a:pPr>
            <a:r>
              <a:rPr sz="1600" spc="-40" dirty="0">
                <a:solidFill>
                  <a:srgbClr val="DEDEDE"/>
                </a:solidFill>
                <a:latin typeface="Tahoma"/>
                <a:cs typeface="Tahoma"/>
              </a:rPr>
              <a:t>If</a:t>
            </a:r>
            <a:r>
              <a:rPr sz="160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data</a:t>
            </a:r>
            <a:r>
              <a:rPr sz="160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fetch</a:t>
            </a:r>
            <a:r>
              <a:rPr sz="160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is</a:t>
            </a:r>
            <a:r>
              <a:rPr sz="160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needed,</a:t>
            </a:r>
            <a:r>
              <a:rPr sz="160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60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20" dirty="0">
                <a:solidFill>
                  <a:srgbClr val="DEDEDE"/>
                </a:solidFill>
                <a:latin typeface="Tahoma"/>
                <a:cs typeface="Tahoma"/>
              </a:rPr>
              <a:t>agent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queries</a:t>
            </a:r>
            <a:r>
              <a:rPr sz="1600" spc="-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the database</a:t>
            </a:r>
            <a:r>
              <a:rPr sz="1600" spc="-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and updates </a:t>
            </a:r>
            <a:r>
              <a:rPr sz="1600" spc="-25" dirty="0">
                <a:solidFill>
                  <a:srgbClr val="DEDEDE"/>
                </a:solidFill>
                <a:latin typeface="Tahoma"/>
                <a:cs typeface="Tahoma"/>
              </a:rPr>
              <a:t>the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user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DEDEDE"/>
                </a:solidFill>
                <a:latin typeface="Tahoma"/>
                <a:cs typeface="Tahoma"/>
              </a:rPr>
              <a:t>with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order</a:t>
            </a:r>
            <a:r>
              <a:rPr sz="160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status.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3809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3809999" y="0"/>
                </a:lnTo>
                <a:lnTo>
                  <a:pt x="3809999" y="6857999"/>
                </a:lnTo>
                <a:close/>
              </a:path>
            </a:pathLst>
          </a:custGeom>
          <a:solidFill>
            <a:srgbClr val="25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3550" y="2968625"/>
            <a:ext cx="2475865" cy="89217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ts val="3220"/>
              </a:lnSpc>
              <a:spcBef>
                <a:spcPts val="520"/>
              </a:spcBef>
            </a:pPr>
            <a:r>
              <a:rPr sz="3000" spc="-20" dirty="0">
                <a:solidFill>
                  <a:srgbClr val="FFFFFF"/>
                </a:solidFill>
                <a:latin typeface="Roboto"/>
                <a:cs typeface="Roboto"/>
              </a:rPr>
              <a:t>Advantages</a:t>
            </a:r>
            <a:r>
              <a:rPr sz="3000" spc="-1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Roboto"/>
                <a:cs typeface="Roboto"/>
              </a:rPr>
              <a:t>of </a:t>
            </a:r>
            <a:r>
              <a:rPr sz="3000" dirty="0">
                <a:solidFill>
                  <a:srgbClr val="FFFFFF"/>
                </a:solidFill>
                <a:latin typeface="Roboto"/>
                <a:cs typeface="Roboto"/>
              </a:rPr>
              <a:t>LLM</a:t>
            </a:r>
            <a:r>
              <a:rPr sz="3000" spc="-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Roboto"/>
                <a:cs typeface="Roboto"/>
              </a:rPr>
              <a:t>Agents</a:t>
            </a:r>
            <a:endParaRPr sz="30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1996788"/>
            <a:ext cx="127661" cy="1276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49" y="2381155"/>
            <a:ext cx="81561" cy="815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3006438"/>
            <a:ext cx="127661" cy="1276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49" y="3400330"/>
            <a:ext cx="81561" cy="815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4025613"/>
            <a:ext cx="127661" cy="12766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49" y="4409980"/>
            <a:ext cx="81561" cy="8156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687887" y="1733607"/>
            <a:ext cx="6328410" cy="802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45" dirty="0">
                <a:latin typeface="Tahoma"/>
                <a:cs typeface="Tahoma"/>
              </a:rPr>
              <a:t>Flexibility:</a:t>
            </a:r>
            <a:endParaRPr sz="2300">
              <a:latin typeface="Tahoma"/>
              <a:cs typeface="Tahoma"/>
            </a:endParaRPr>
          </a:p>
          <a:p>
            <a:pPr marL="216535">
              <a:lnSpc>
                <a:spcPct val="100000"/>
              </a:lnSpc>
              <a:spcBef>
                <a:spcPts val="640"/>
              </a:spcBef>
            </a:pP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Agents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can</a:t>
            </a:r>
            <a:r>
              <a:rPr sz="145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adapt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various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tasks</a:t>
            </a:r>
            <a:r>
              <a:rPr sz="145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by</a:t>
            </a:r>
            <a:r>
              <a:rPr sz="145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determining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45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best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action</a:t>
            </a:r>
            <a:r>
              <a:rPr sz="145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-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take.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7887" y="2743257"/>
            <a:ext cx="5615305" cy="802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Specialization:</a:t>
            </a:r>
            <a:endParaRPr sz="2300">
              <a:latin typeface="Tahoma"/>
              <a:cs typeface="Tahoma"/>
            </a:endParaRPr>
          </a:p>
          <a:p>
            <a:pPr marL="216535">
              <a:lnSpc>
                <a:spcPct val="100000"/>
              </a:lnSpc>
              <a:spcBef>
                <a:spcPts val="640"/>
              </a:spcBef>
            </a:pPr>
            <a:r>
              <a:rPr sz="1450" spc="105" dirty="0">
                <a:solidFill>
                  <a:srgbClr val="DEDEDE"/>
                </a:solidFill>
                <a:latin typeface="Tahoma"/>
                <a:cs typeface="Tahoma"/>
              </a:rPr>
              <a:t>LLM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agents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can</a:t>
            </a:r>
            <a:r>
              <a:rPr sz="145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be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specialized</a:t>
            </a:r>
            <a:r>
              <a:rPr sz="145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with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tools</a:t>
            </a:r>
            <a:r>
              <a:rPr sz="145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DEDEDE"/>
                </a:solidFill>
                <a:latin typeface="Tahoma"/>
                <a:cs typeface="Tahoma"/>
              </a:rPr>
              <a:t>perform</a:t>
            </a:r>
            <a:r>
              <a:rPr sz="1450" spc="-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niche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tasks.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87887" y="3762432"/>
            <a:ext cx="5751830" cy="802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110" dirty="0">
                <a:solidFill>
                  <a:srgbClr val="FFFFFF"/>
                </a:solidFill>
                <a:latin typeface="Tahoma"/>
                <a:cs typeface="Tahoma"/>
              </a:rPr>
              <a:t>Multi-</a:t>
            </a:r>
            <a:r>
              <a:rPr sz="2300" spc="55" dirty="0">
                <a:solidFill>
                  <a:srgbClr val="FFFFFF"/>
                </a:solidFill>
                <a:latin typeface="Tahoma"/>
                <a:cs typeface="Tahoma"/>
              </a:rPr>
              <a:t>Agent</a:t>
            </a:r>
            <a:r>
              <a:rPr sz="23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Tahoma"/>
                <a:cs typeface="Tahoma"/>
              </a:rPr>
              <a:t>Collaboration:</a:t>
            </a:r>
            <a:endParaRPr sz="2300">
              <a:latin typeface="Tahoma"/>
              <a:cs typeface="Tahoma"/>
            </a:endParaRPr>
          </a:p>
          <a:p>
            <a:pPr marL="216535">
              <a:lnSpc>
                <a:spcPct val="100000"/>
              </a:lnSpc>
              <a:spcBef>
                <a:spcPts val="640"/>
              </a:spcBef>
            </a:pP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Specialized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5" dirty="0">
                <a:solidFill>
                  <a:srgbClr val="DEDEDE"/>
                </a:solidFill>
                <a:latin typeface="Tahoma"/>
                <a:cs typeface="Tahoma"/>
              </a:rPr>
              <a:t>LLM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agents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can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collaborate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45" dirty="0">
                <a:solidFill>
                  <a:srgbClr val="DEDEDE"/>
                </a:solidFill>
                <a:latin typeface="Tahoma"/>
                <a:cs typeface="Tahoma"/>
              </a:rPr>
              <a:t>perform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complex</a:t>
            </a:r>
            <a:r>
              <a:rPr sz="1450" spc="-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tasks.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Key</a:t>
            </a:r>
            <a:r>
              <a:rPr spc="-100" dirty="0"/>
              <a:t> </a:t>
            </a:r>
            <a:r>
              <a:rPr dirty="0"/>
              <a:t>Components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Agentic</a:t>
            </a:r>
            <a:r>
              <a:rPr spc="-95" dirty="0"/>
              <a:t> </a:t>
            </a:r>
            <a:r>
              <a:rPr spc="-10" dirty="0"/>
              <a:t>Systems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2849" y="1918772"/>
            <a:ext cx="133349" cy="1333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993165" y="2084355"/>
            <a:ext cx="4206240" cy="2564765"/>
            <a:chOff x="3993165" y="2084355"/>
            <a:chExt cx="4206240" cy="2564765"/>
          </a:xfrm>
        </p:grpSpPr>
        <p:sp>
          <p:nvSpPr>
            <p:cNvPr id="5" name="object 5"/>
            <p:cNvSpPr/>
            <p:nvPr/>
          </p:nvSpPr>
          <p:spPr>
            <a:xfrm>
              <a:off x="4105179" y="2157983"/>
              <a:ext cx="1288415" cy="782320"/>
            </a:xfrm>
            <a:custGeom>
              <a:avLst/>
              <a:gdLst/>
              <a:ahLst/>
              <a:cxnLst/>
              <a:rect l="l" t="t" r="r" b="b"/>
              <a:pathLst>
                <a:path w="1288414" h="782319">
                  <a:moveTo>
                    <a:pt x="0" y="0"/>
                  </a:moveTo>
                  <a:lnTo>
                    <a:pt x="1288256" y="782002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93165" y="2084355"/>
              <a:ext cx="155924" cy="13677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98563" y="3793140"/>
              <a:ext cx="1288415" cy="782320"/>
            </a:xfrm>
            <a:custGeom>
              <a:avLst/>
              <a:gdLst/>
              <a:ahLst/>
              <a:cxnLst/>
              <a:rect l="l" t="t" r="r" b="b"/>
              <a:pathLst>
                <a:path w="1288415" h="782320">
                  <a:moveTo>
                    <a:pt x="1288256" y="782002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909" y="4512087"/>
              <a:ext cx="155924" cy="1366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05179" y="3793140"/>
              <a:ext cx="1288415" cy="782320"/>
            </a:xfrm>
            <a:custGeom>
              <a:avLst/>
              <a:gdLst/>
              <a:ahLst/>
              <a:cxnLst/>
              <a:rect l="l" t="t" r="r" b="b"/>
              <a:pathLst>
                <a:path w="1288414" h="782320">
                  <a:moveTo>
                    <a:pt x="0" y="782002"/>
                  </a:moveTo>
                  <a:lnTo>
                    <a:pt x="1288256" y="0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3165" y="4512087"/>
              <a:ext cx="155924" cy="1366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98563" y="2157983"/>
              <a:ext cx="1288415" cy="782320"/>
            </a:xfrm>
            <a:custGeom>
              <a:avLst/>
              <a:gdLst/>
              <a:ahLst/>
              <a:cxnLst/>
              <a:rect l="l" t="t" r="r" b="b"/>
              <a:pathLst>
                <a:path w="1288415" h="782319">
                  <a:moveTo>
                    <a:pt x="1288256" y="0"/>
                  </a:moveTo>
                  <a:lnTo>
                    <a:pt x="0" y="782002"/>
                  </a:lnTo>
                </a:path>
              </a:pathLst>
            </a:custGeom>
            <a:ln w="2857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2909" y="2084355"/>
              <a:ext cx="155924" cy="1367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372052" y="2638424"/>
              <a:ext cx="1453515" cy="1453515"/>
            </a:xfrm>
            <a:custGeom>
              <a:avLst/>
              <a:gdLst/>
              <a:ahLst/>
              <a:cxnLst/>
              <a:rect l="l" t="t" r="r" b="b"/>
              <a:pathLst>
                <a:path w="1453515" h="1453514">
                  <a:moveTo>
                    <a:pt x="726709" y="1453419"/>
                  </a:moveTo>
                  <a:lnTo>
                    <a:pt x="673254" y="1451451"/>
                  </a:lnTo>
                  <a:lnTo>
                    <a:pt x="620079" y="1445554"/>
                  </a:lnTo>
                  <a:lnTo>
                    <a:pt x="567481" y="1435761"/>
                  </a:lnTo>
                  <a:lnTo>
                    <a:pt x="515757" y="1422127"/>
                  </a:lnTo>
                  <a:lnTo>
                    <a:pt x="465175" y="1404726"/>
                  </a:lnTo>
                  <a:lnTo>
                    <a:pt x="416001" y="1383648"/>
                  </a:lnTo>
                  <a:lnTo>
                    <a:pt x="368510" y="1359008"/>
                  </a:lnTo>
                  <a:lnTo>
                    <a:pt x="322971" y="1330946"/>
                  </a:lnTo>
                  <a:lnTo>
                    <a:pt x="279618" y="1299612"/>
                  </a:lnTo>
                  <a:lnTo>
                    <a:pt x="238680" y="1265166"/>
                  </a:lnTo>
                  <a:lnTo>
                    <a:pt x="200388" y="1227801"/>
                  </a:lnTo>
                  <a:lnTo>
                    <a:pt x="164955" y="1187729"/>
                  </a:lnTo>
                  <a:lnTo>
                    <a:pt x="132565" y="1145159"/>
                  </a:lnTo>
                  <a:lnTo>
                    <a:pt x="103389" y="1100313"/>
                  </a:lnTo>
                  <a:lnTo>
                    <a:pt x="77592" y="1053441"/>
                  </a:lnTo>
                  <a:lnTo>
                    <a:pt x="55317" y="1004809"/>
                  </a:lnTo>
                  <a:lnTo>
                    <a:pt x="36679" y="954670"/>
                  </a:lnTo>
                  <a:lnTo>
                    <a:pt x="21778" y="903286"/>
                  </a:lnTo>
                  <a:lnTo>
                    <a:pt x="10697" y="850944"/>
                  </a:lnTo>
                  <a:lnTo>
                    <a:pt x="3499" y="797939"/>
                  </a:lnTo>
                  <a:lnTo>
                    <a:pt x="218" y="744549"/>
                  </a:lnTo>
                  <a:lnTo>
                    <a:pt x="0" y="726709"/>
                  </a:lnTo>
                  <a:lnTo>
                    <a:pt x="218" y="708870"/>
                  </a:lnTo>
                  <a:lnTo>
                    <a:pt x="3499" y="655479"/>
                  </a:lnTo>
                  <a:lnTo>
                    <a:pt x="10697" y="602475"/>
                  </a:lnTo>
                  <a:lnTo>
                    <a:pt x="21778" y="550133"/>
                  </a:lnTo>
                  <a:lnTo>
                    <a:pt x="36679" y="498749"/>
                  </a:lnTo>
                  <a:lnTo>
                    <a:pt x="55317" y="448610"/>
                  </a:lnTo>
                  <a:lnTo>
                    <a:pt x="77592" y="399977"/>
                  </a:lnTo>
                  <a:lnTo>
                    <a:pt x="103389" y="353106"/>
                  </a:lnTo>
                  <a:lnTo>
                    <a:pt x="132565" y="308259"/>
                  </a:lnTo>
                  <a:lnTo>
                    <a:pt x="164955" y="265690"/>
                  </a:lnTo>
                  <a:lnTo>
                    <a:pt x="200388" y="225617"/>
                  </a:lnTo>
                  <a:lnTo>
                    <a:pt x="238680" y="188253"/>
                  </a:lnTo>
                  <a:lnTo>
                    <a:pt x="279618" y="153807"/>
                  </a:lnTo>
                  <a:lnTo>
                    <a:pt x="322971" y="122472"/>
                  </a:lnTo>
                  <a:lnTo>
                    <a:pt x="368510" y="94411"/>
                  </a:lnTo>
                  <a:lnTo>
                    <a:pt x="416001" y="69771"/>
                  </a:lnTo>
                  <a:lnTo>
                    <a:pt x="465175" y="48692"/>
                  </a:lnTo>
                  <a:lnTo>
                    <a:pt x="515757" y="31291"/>
                  </a:lnTo>
                  <a:lnTo>
                    <a:pt x="567481" y="17658"/>
                  </a:lnTo>
                  <a:lnTo>
                    <a:pt x="620079" y="7865"/>
                  </a:lnTo>
                  <a:lnTo>
                    <a:pt x="673255" y="1968"/>
                  </a:lnTo>
                  <a:lnTo>
                    <a:pt x="726709" y="0"/>
                  </a:lnTo>
                  <a:lnTo>
                    <a:pt x="744549" y="218"/>
                  </a:lnTo>
                  <a:lnTo>
                    <a:pt x="797939" y="3499"/>
                  </a:lnTo>
                  <a:lnTo>
                    <a:pt x="850944" y="10697"/>
                  </a:lnTo>
                  <a:lnTo>
                    <a:pt x="903285" y="21778"/>
                  </a:lnTo>
                  <a:lnTo>
                    <a:pt x="954670" y="36679"/>
                  </a:lnTo>
                  <a:lnTo>
                    <a:pt x="1004809" y="55317"/>
                  </a:lnTo>
                  <a:lnTo>
                    <a:pt x="1053441" y="77592"/>
                  </a:lnTo>
                  <a:lnTo>
                    <a:pt x="1100313" y="103389"/>
                  </a:lnTo>
                  <a:lnTo>
                    <a:pt x="1145159" y="132565"/>
                  </a:lnTo>
                  <a:lnTo>
                    <a:pt x="1187729" y="164955"/>
                  </a:lnTo>
                  <a:lnTo>
                    <a:pt x="1227801" y="200388"/>
                  </a:lnTo>
                  <a:lnTo>
                    <a:pt x="1265166" y="238681"/>
                  </a:lnTo>
                  <a:lnTo>
                    <a:pt x="1299612" y="279619"/>
                  </a:lnTo>
                  <a:lnTo>
                    <a:pt x="1330946" y="322971"/>
                  </a:lnTo>
                  <a:lnTo>
                    <a:pt x="1359007" y="368511"/>
                  </a:lnTo>
                  <a:lnTo>
                    <a:pt x="1383647" y="416001"/>
                  </a:lnTo>
                  <a:lnTo>
                    <a:pt x="1404726" y="465175"/>
                  </a:lnTo>
                  <a:lnTo>
                    <a:pt x="1422127" y="515757"/>
                  </a:lnTo>
                  <a:lnTo>
                    <a:pt x="1435761" y="567481"/>
                  </a:lnTo>
                  <a:lnTo>
                    <a:pt x="1445554" y="620079"/>
                  </a:lnTo>
                  <a:lnTo>
                    <a:pt x="1451451" y="673255"/>
                  </a:lnTo>
                  <a:lnTo>
                    <a:pt x="1453419" y="726709"/>
                  </a:lnTo>
                  <a:lnTo>
                    <a:pt x="1453200" y="744549"/>
                  </a:lnTo>
                  <a:lnTo>
                    <a:pt x="1449920" y="797939"/>
                  </a:lnTo>
                  <a:lnTo>
                    <a:pt x="1442721" y="850944"/>
                  </a:lnTo>
                  <a:lnTo>
                    <a:pt x="1431641" y="903285"/>
                  </a:lnTo>
                  <a:lnTo>
                    <a:pt x="1416739" y="954670"/>
                  </a:lnTo>
                  <a:lnTo>
                    <a:pt x="1398101" y="1004809"/>
                  </a:lnTo>
                  <a:lnTo>
                    <a:pt x="1375827" y="1053441"/>
                  </a:lnTo>
                  <a:lnTo>
                    <a:pt x="1350029" y="1100313"/>
                  </a:lnTo>
                  <a:lnTo>
                    <a:pt x="1320853" y="1145159"/>
                  </a:lnTo>
                  <a:lnTo>
                    <a:pt x="1288463" y="1187729"/>
                  </a:lnTo>
                  <a:lnTo>
                    <a:pt x="1253030" y="1227801"/>
                  </a:lnTo>
                  <a:lnTo>
                    <a:pt x="1214738" y="1265166"/>
                  </a:lnTo>
                  <a:lnTo>
                    <a:pt x="1173800" y="1299612"/>
                  </a:lnTo>
                  <a:lnTo>
                    <a:pt x="1130447" y="1330946"/>
                  </a:lnTo>
                  <a:lnTo>
                    <a:pt x="1084908" y="1359008"/>
                  </a:lnTo>
                  <a:lnTo>
                    <a:pt x="1037418" y="1383648"/>
                  </a:lnTo>
                  <a:lnTo>
                    <a:pt x="988244" y="1404726"/>
                  </a:lnTo>
                  <a:lnTo>
                    <a:pt x="937662" y="1422127"/>
                  </a:lnTo>
                  <a:lnTo>
                    <a:pt x="885938" y="1435761"/>
                  </a:lnTo>
                  <a:lnTo>
                    <a:pt x="833340" y="1445554"/>
                  </a:lnTo>
                  <a:lnTo>
                    <a:pt x="780164" y="1451451"/>
                  </a:lnTo>
                  <a:lnTo>
                    <a:pt x="726709" y="1453419"/>
                  </a:lnTo>
                  <a:close/>
                </a:path>
              </a:pathLst>
            </a:custGeom>
            <a:solidFill>
              <a:srgbClr val="2573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971327" y="1737004"/>
            <a:ext cx="1692275" cy="8991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584835" algn="r">
              <a:lnSpc>
                <a:spcPct val="134000"/>
              </a:lnSpc>
              <a:spcBef>
                <a:spcPts val="409"/>
              </a:spcBef>
            </a:pPr>
            <a:r>
              <a:rPr sz="1500" dirty="0">
                <a:solidFill>
                  <a:srgbClr val="2573EC"/>
                </a:solidFill>
                <a:latin typeface="Tahoma"/>
                <a:cs typeface="Tahoma"/>
              </a:rPr>
              <a:t>Tool</a:t>
            </a:r>
            <a:r>
              <a:rPr sz="1500" spc="-45" dirty="0">
                <a:solidFill>
                  <a:srgbClr val="2573EC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573EC"/>
                </a:solidFill>
                <a:latin typeface="Tahoma"/>
                <a:cs typeface="Tahoma"/>
              </a:rPr>
              <a:t>Calling: </a:t>
            </a:r>
            <a:r>
              <a:rPr sz="1250" spc="55" dirty="0">
                <a:solidFill>
                  <a:srgbClr val="DEDEDE"/>
                </a:solidFill>
                <a:latin typeface="Tahoma"/>
                <a:cs typeface="Tahoma"/>
              </a:rPr>
              <a:t>Utilizing</a:t>
            </a:r>
            <a:r>
              <a:rPr sz="1250" spc="2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DEDEDE"/>
                </a:solidFill>
                <a:latin typeface="Tahoma"/>
                <a:cs typeface="Tahoma"/>
              </a:rPr>
              <a:t>external</a:t>
            </a:r>
            <a:r>
              <a:rPr sz="1250" spc="30" dirty="0">
                <a:solidFill>
                  <a:srgbClr val="DEDEDE"/>
                </a:solidFill>
                <a:latin typeface="Tahoma"/>
                <a:cs typeface="Tahoma"/>
              </a:rPr>
              <a:t> tools </a:t>
            </a:r>
            <a:r>
              <a:rPr sz="1250" spc="6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250" spc="-8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45" dirty="0">
                <a:solidFill>
                  <a:srgbClr val="DEDEDE"/>
                </a:solidFill>
                <a:latin typeface="Tahoma"/>
                <a:cs typeface="Tahoma"/>
              </a:rPr>
              <a:t>perform</a:t>
            </a:r>
            <a:r>
              <a:rPr sz="1250" spc="-8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EDEDE"/>
                </a:solidFill>
                <a:latin typeface="Tahoma"/>
                <a:cs typeface="Tahoma"/>
              </a:rPr>
              <a:t>tasks.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05800" y="4681022"/>
            <a:ext cx="133349" cy="1333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524974" y="4487824"/>
            <a:ext cx="1818639" cy="114871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500" spc="45" dirty="0">
                <a:solidFill>
                  <a:srgbClr val="2573EC"/>
                </a:solidFill>
                <a:latin typeface="Tahoma"/>
                <a:cs typeface="Tahoma"/>
              </a:rPr>
              <a:t>Memory: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22500"/>
              </a:lnSpc>
              <a:spcBef>
                <a:spcPts val="515"/>
              </a:spcBef>
            </a:pPr>
            <a:r>
              <a:rPr sz="1250" dirty="0">
                <a:solidFill>
                  <a:srgbClr val="DEDEDE"/>
                </a:solidFill>
                <a:latin typeface="Tahoma"/>
                <a:cs typeface="Tahoma"/>
              </a:rPr>
              <a:t>Keeping</a:t>
            </a:r>
            <a:r>
              <a:rPr sz="1250" spc="1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EDEDE"/>
                </a:solidFill>
                <a:latin typeface="Tahoma"/>
                <a:cs typeface="Tahoma"/>
              </a:rPr>
              <a:t>track</a:t>
            </a:r>
            <a:r>
              <a:rPr sz="1250" spc="1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-25" dirty="0">
                <a:solidFill>
                  <a:srgbClr val="DEDEDE"/>
                </a:solidFill>
                <a:latin typeface="Tahoma"/>
                <a:cs typeface="Tahoma"/>
              </a:rPr>
              <a:t>of </a:t>
            </a:r>
            <a:r>
              <a:rPr sz="1250" spc="45" dirty="0">
                <a:solidFill>
                  <a:srgbClr val="DEDEDE"/>
                </a:solidFill>
                <a:latin typeface="Tahoma"/>
                <a:cs typeface="Tahoma"/>
              </a:rPr>
              <a:t>interactions</a:t>
            </a:r>
            <a:r>
              <a:rPr sz="1250" spc="-8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55" dirty="0">
                <a:solidFill>
                  <a:srgbClr val="DEDEDE"/>
                </a:solidFill>
                <a:latin typeface="Tahoma"/>
                <a:cs typeface="Tahoma"/>
              </a:rPr>
              <a:t>for</a:t>
            </a:r>
            <a:r>
              <a:rPr sz="1250" spc="-8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EDEDE"/>
                </a:solidFill>
                <a:latin typeface="Tahoma"/>
                <a:cs typeface="Tahoma"/>
              </a:rPr>
              <a:t>context- </a:t>
            </a:r>
            <a:r>
              <a:rPr sz="1250" dirty="0">
                <a:solidFill>
                  <a:srgbClr val="DEDEDE"/>
                </a:solidFill>
                <a:latin typeface="Tahoma"/>
                <a:cs typeface="Tahoma"/>
              </a:rPr>
              <a:t>aware</a:t>
            </a:r>
            <a:r>
              <a:rPr sz="1250" spc="9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EDEDE"/>
                </a:solidFill>
                <a:latin typeface="Tahoma"/>
                <a:cs typeface="Tahoma"/>
              </a:rPr>
              <a:t>responses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0166" y="4681022"/>
            <a:ext cx="133349" cy="13334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642119" y="4487824"/>
            <a:ext cx="2021839" cy="92011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 indent="1175385">
              <a:lnSpc>
                <a:spcPct val="100000"/>
              </a:lnSpc>
              <a:spcBef>
                <a:spcPts val="1110"/>
              </a:spcBef>
            </a:pPr>
            <a:r>
              <a:rPr sz="1500" spc="-10" dirty="0">
                <a:solidFill>
                  <a:srgbClr val="2573EC"/>
                </a:solidFill>
                <a:latin typeface="Tahoma"/>
                <a:cs typeface="Tahoma"/>
              </a:rPr>
              <a:t>Planning:</a:t>
            </a:r>
            <a:endParaRPr sz="1500">
              <a:latin typeface="Tahoma"/>
              <a:cs typeface="Tahoma"/>
            </a:endParaRPr>
          </a:p>
          <a:p>
            <a:pPr marL="141605" marR="5080" indent="-129539">
              <a:lnSpc>
                <a:spcPct val="125000"/>
              </a:lnSpc>
              <a:spcBef>
                <a:spcPts val="475"/>
              </a:spcBef>
            </a:pPr>
            <a:r>
              <a:rPr sz="1250" spc="45" dirty="0">
                <a:solidFill>
                  <a:srgbClr val="DEDEDE"/>
                </a:solidFill>
                <a:latin typeface="Tahoma"/>
                <a:cs typeface="Tahoma"/>
              </a:rPr>
              <a:t>Structuring</a:t>
            </a:r>
            <a:r>
              <a:rPr sz="1250" spc="-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EDEDE"/>
                </a:solidFill>
                <a:latin typeface="Tahoma"/>
                <a:cs typeface="Tahoma"/>
              </a:rPr>
              <a:t>steps</a:t>
            </a:r>
            <a:r>
              <a:rPr sz="12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6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250" spc="-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EDEDE"/>
                </a:solidFill>
                <a:latin typeface="Tahoma"/>
                <a:cs typeface="Tahoma"/>
              </a:rPr>
              <a:t>ensure </a:t>
            </a:r>
            <a:r>
              <a:rPr sz="1250" spc="45" dirty="0">
                <a:solidFill>
                  <a:srgbClr val="DEDEDE"/>
                </a:solidFill>
                <a:latin typeface="Tahoma"/>
                <a:cs typeface="Tahoma"/>
              </a:rPr>
              <a:t>optimal</a:t>
            </a:r>
            <a:r>
              <a:rPr sz="1250" spc="2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dirty="0">
                <a:solidFill>
                  <a:srgbClr val="DEDEDE"/>
                </a:solidFill>
                <a:latin typeface="Tahoma"/>
                <a:cs typeface="Tahoma"/>
              </a:rPr>
              <a:t>decision-</a:t>
            </a:r>
            <a:r>
              <a:rPr sz="1250" spc="-10" dirty="0">
                <a:solidFill>
                  <a:srgbClr val="DEDEDE"/>
                </a:solidFill>
                <a:latin typeface="Tahoma"/>
                <a:cs typeface="Tahoma"/>
              </a:rPr>
              <a:t>making.</a:t>
            </a:r>
            <a:endParaRPr sz="125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05800" y="1918772"/>
            <a:ext cx="133349" cy="13334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524974" y="1737004"/>
            <a:ext cx="1783714" cy="8991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ct val="134000"/>
              </a:lnSpc>
              <a:spcBef>
                <a:spcPts val="409"/>
              </a:spcBef>
            </a:pPr>
            <a:r>
              <a:rPr sz="1500" spc="75" dirty="0">
                <a:solidFill>
                  <a:srgbClr val="2573EC"/>
                </a:solidFill>
                <a:latin typeface="Tahoma"/>
                <a:cs typeface="Tahoma"/>
              </a:rPr>
              <a:t>Action</a:t>
            </a:r>
            <a:r>
              <a:rPr sz="1500" spc="-95" dirty="0">
                <a:solidFill>
                  <a:srgbClr val="2573EC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2573EC"/>
                </a:solidFill>
                <a:latin typeface="Tahoma"/>
                <a:cs typeface="Tahoma"/>
              </a:rPr>
              <a:t>Taking: </a:t>
            </a:r>
            <a:r>
              <a:rPr sz="1250" spc="10" dirty="0">
                <a:solidFill>
                  <a:srgbClr val="DEDEDE"/>
                </a:solidFill>
                <a:latin typeface="Tahoma"/>
                <a:cs typeface="Tahoma"/>
              </a:rPr>
              <a:t>Executing</a:t>
            </a:r>
            <a:r>
              <a:rPr sz="1250" spc="114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10" dirty="0">
                <a:solidFill>
                  <a:srgbClr val="DEDEDE"/>
                </a:solidFill>
                <a:latin typeface="Tahoma"/>
                <a:cs typeface="Tahoma"/>
              </a:rPr>
              <a:t>actions</a:t>
            </a:r>
            <a:r>
              <a:rPr sz="1250" spc="12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-20" dirty="0">
                <a:solidFill>
                  <a:srgbClr val="DEDEDE"/>
                </a:solidFill>
                <a:latin typeface="Tahoma"/>
                <a:cs typeface="Tahoma"/>
              </a:rPr>
              <a:t>based </a:t>
            </a:r>
            <a:r>
              <a:rPr sz="1250" dirty="0">
                <a:solidFill>
                  <a:srgbClr val="DEDEDE"/>
                </a:solidFill>
                <a:latin typeface="Tahoma"/>
                <a:cs typeface="Tahoma"/>
              </a:rPr>
              <a:t>on</a:t>
            </a:r>
            <a:r>
              <a:rPr sz="1250" spc="-6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100" dirty="0">
                <a:solidFill>
                  <a:srgbClr val="DEDEDE"/>
                </a:solidFill>
                <a:latin typeface="Tahoma"/>
                <a:cs typeface="Tahoma"/>
              </a:rPr>
              <a:t>LLM</a:t>
            </a:r>
            <a:r>
              <a:rPr sz="125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250" spc="-10" dirty="0">
                <a:solidFill>
                  <a:srgbClr val="DEDEDE"/>
                </a:solidFill>
                <a:latin typeface="Tahoma"/>
                <a:cs typeface="Tahoma"/>
              </a:rPr>
              <a:t>outputs.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47072" y="3045586"/>
            <a:ext cx="1150620" cy="577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66395">
              <a:lnSpc>
                <a:spcPct val="120800"/>
              </a:lnSpc>
              <a:spcBef>
                <a:spcPts val="95"/>
              </a:spcBef>
            </a:pPr>
            <a:r>
              <a:rPr sz="1500" spc="40" dirty="0">
                <a:solidFill>
                  <a:srgbClr val="FFFFFF"/>
                </a:solidFill>
                <a:latin typeface="Tahoma"/>
                <a:cs typeface="Tahoma"/>
              </a:rPr>
              <a:t>Key </a:t>
            </a:r>
            <a:r>
              <a:rPr sz="1500" spc="45" dirty="0">
                <a:solidFill>
                  <a:srgbClr val="FFFFFF"/>
                </a:solidFill>
                <a:latin typeface="Tahoma"/>
                <a:cs typeface="Tahoma"/>
              </a:rPr>
              <a:t>Components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3809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3809999" y="0"/>
                </a:lnTo>
                <a:lnTo>
                  <a:pt x="3809999" y="6857999"/>
                </a:lnTo>
                <a:close/>
              </a:path>
            </a:pathLst>
          </a:custGeom>
          <a:solidFill>
            <a:srgbClr val="25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3550" y="2399366"/>
            <a:ext cx="2825115" cy="1721485"/>
          </a:xfrm>
          <a:prstGeom prst="rect">
            <a:avLst/>
          </a:prstGeom>
        </p:spPr>
        <p:txBody>
          <a:bodyPr vert="horz" wrap="square" lIns="0" tIns="276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dirty="0"/>
              <a:t>Agent</a:t>
            </a:r>
            <a:r>
              <a:rPr spc="-80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spc="-20" dirty="0"/>
              <a:t>Graphs</a:t>
            </a:r>
          </a:p>
          <a:p>
            <a:pPr marL="12700" marR="177800">
              <a:lnSpc>
                <a:spcPct val="121100"/>
              </a:lnSpc>
              <a:spcBef>
                <a:spcPts val="695"/>
              </a:spcBef>
            </a:pPr>
            <a:r>
              <a:rPr sz="1600" spc="60" dirty="0">
                <a:solidFill>
                  <a:srgbClr val="DEDEDE"/>
                </a:solidFill>
                <a:latin typeface="Tahoma"/>
                <a:cs typeface="Tahoma"/>
              </a:rPr>
              <a:t>Workflows</a:t>
            </a:r>
            <a:r>
              <a:rPr sz="160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build</a:t>
            </a:r>
            <a:r>
              <a:rPr sz="160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DEDEDE"/>
                </a:solidFill>
                <a:latin typeface="Tahoma"/>
                <a:cs typeface="Tahoma"/>
              </a:rPr>
              <a:t>with</a:t>
            </a:r>
            <a:r>
              <a:rPr sz="160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agents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are</a:t>
            </a:r>
            <a:r>
              <a:rPr sz="1600" spc="-3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DEDEDE"/>
                </a:solidFill>
                <a:latin typeface="Tahoma"/>
                <a:cs typeface="Tahoma"/>
              </a:rPr>
              <a:t>usually</a:t>
            </a:r>
            <a:r>
              <a:rPr sz="160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45" dirty="0">
                <a:solidFill>
                  <a:srgbClr val="DEDEDE"/>
                </a:solidFill>
                <a:latin typeface="Tahoma"/>
                <a:cs typeface="Tahoma"/>
              </a:rPr>
              <a:t>structured</a:t>
            </a:r>
            <a:r>
              <a:rPr sz="160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600" spc="-25" dirty="0">
                <a:solidFill>
                  <a:srgbClr val="DEDEDE"/>
                </a:solidFill>
                <a:latin typeface="Tahoma"/>
                <a:cs typeface="Tahoma"/>
              </a:rPr>
              <a:t>as </a:t>
            </a:r>
            <a:r>
              <a:rPr sz="1600" spc="-10" dirty="0">
                <a:solidFill>
                  <a:srgbClr val="DEDEDE"/>
                </a:solidFill>
                <a:latin typeface="Tahoma"/>
                <a:cs typeface="Tahoma"/>
              </a:rPr>
              <a:t>graphs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22917" y="895349"/>
            <a:ext cx="4432300" cy="4638675"/>
            <a:chOff x="5822917" y="895349"/>
            <a:chExt cx="4432300" cy="4638675"/>
          </a:xfrm>
        </p:grpSpPr>
        <p:sp>
          <p:nvSpPr>
            <p:cNvPr id="5" name="object 5"/>
            <p:cNvSpPr/>
            <p:nvPr/>
          </p:nvSpPr>
          <p:spPr>
            <a:xfrm>
              <a:off x="7117269" y="4167187"/>
              <a:ext cx="883919" cy="1016635"/>
            </a:xfrm>
            <a:custGeom>
              <a:avLst/>
              <a:gdLst/>
              <a:ahLst/>
              <a:cxnLst/>
              <a:rect l="l" t="t" r="r" b="b"/>
              <a:pathLst>
                <a:path w="883920" h="1016635">
                  <a:moveTo>
                    <a:pt x="883729" y="0"/>
                  </a:moveTo>
                  <a:lnTo>
                    <a:pt x="0" y="1016317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5260" y="5142737"/>
              <a:ext cx="117443" cy="12220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000999" y="4167187"/>
              <a:ext cx="975360" cy="1019810"/>
            </a:xfrm>
            <a:custGeom>
              <a:avLst/>
              <a:gdLst/>
              <a:ahLst/>
              <a:cxnLst/>
              <a:rect l="l" t="t" r="r" b="b"/>
              <a:pathLst>
                <a:path w="975359" h="1019810">
                  <a:moveTo>
                    <a:pt x="0" y="0"/>
                  </a:moveTo>
                  <a:lnTo>
                    <a:pt x="975359" y="1019651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32353" y="5144356"/>
              <a:ext cx="119348" cy="1208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832442" y="952499"/>
              <a:ext cx="1659255" cy="4572000"/>
            </a:xfrm>
            <a:custGeom>
              <a:avLst/>
              <a:gdLst/>
              <a:ahLst/>
              <a:cxnLst/>
              <a:rect l="l" t="t" r="r" b="b"/>
              <a:pathLst>
                <a:path w="1659254" h="4572000">
                  <a:moveTo>
                    <a:pt x="701706" y="4571999"/>
                  </a:moveTo>
                  <a:lnTo>
                    <a:pt x="0" y="4571999"/>
                  </a:lnTo>
                  <a:lnTo>
                    <a:pt x="0" y="0"/>
                  </a:lnTo>
                  <a:lnTo>
                    <a:pt x="1658969" y="0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1886" y="895349"/>
              <a:ext cx="114299" cy="11429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491536" y="3905249"/>
              <a:ext cx="1754505" cy="1619250"/>
            </a:xfrm>
            <a:custGeom>
              <a:avLst/>
              <a:gdLst/>
              <a:ahLst/>
              <a:cxnLst/>
              <a:rect l="l" t="t" r="r" b="b"/>
              <a:pathLst>
                <a:path w="1754504" h="1619250">
                  <a:moveTo>
                    <a:pt x="1042987" y="1619249"/>
                  </a:moveTo>
                  <a:lnTo>
                    <a:pt x="1185862" y="1619249"/>
                  </a:lnTo>
                  <a:lnTo>
                    <a:pt x="1754028" y="1619249"/>
                  </a:lnTo>
                  <a:lnTo>
                    <a:pt x="1754028" y="0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6761" y="3848099"/>
              <a:ext cx="114299" cy="1142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000999" y="1214437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h="895350">
                  <a:moveTo>
                    <a:pt x="0" y="0"/>
                  </a:moveTo>
                  <a:lnTo>
                    <a:pt x="0" y="895349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3849" y="2100262"/>
              <a:ext cx="114299" cy="1142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000999" y="2738437"/>
              <a:ext cx="0" cy="800100"/>
            </a:xfrm>
            <a:custGeom>
              <a:avLst/>
              <a:gdLst/>
              <a:ahLst/>
              <a:cxnLst/>
              <a:rect l="l" t="t" r="r" b="b"/>
              <a:pathLst>
                <a:path h="800100">
                  <a:moveTo>
                    <a:pt x="0" y="0"/>
                  </a:moveTo>
                  <a:lnTo>
                    <a:pt x="0" y="800099"/>
                  </a:lnTo>
                </a:path>
              </a:pathLst>
            </a:custGeom>
            <a:ln w="19049">
              <a:solidFill>
                <a:srgbClr val="2573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43849" y="3529012"/>
              <a:ext cx="114299" cy="1142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534150" y="5267324"/>
            <a:ext cx="1028700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1125"/>
              </a:spcBef>
            </a:pPr>
            <a:r>
              <a:rPr sz="1500" spc="65" dirty="0">
                <a:solidFill>
                  <a:srgbClr val="FFFFFF"/>
                </a:solidFill>
                <a:latin typeface="Tahoma"/>
                <a:cs typeface="Tahoma"/>
              </a:rPr>
              <a:t>Output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62975" y="5267324"/>
            <a:ext cx="971550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93040">
              <a:lnSpc>
                <a:spcPct val="100000"/>
              </a:lnSpc>
              <a:spcBef>
                <a:spcPts val="1125"/>
              </a:spcBef>
            </a:pPr>
            <a:r>
              <a:rPr sz="1500" spc="65" dirty="0">
                <a:solidFill>
                  <a:srgbClr val="FFFFFF"/>
                </a:solidFill>
                <a:latin typeface="Tahoma"/>
                <a:cs typeface="Tahoma"/>
              </a:rPr>
              <a:t>Action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00950" y="695324"/>
            <a:ext cx="809625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1125"/>
              </a:spcBef>
            </a:pPr>
            <a:r>
              <a:rPr sz="1500" spc="5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77125" y="2219325"/>
            <a:ext cx="1057275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125"/>
              </a:spcBef>
            </a:pPr>
            <a:r>
              <a:rPr sz="1500" spc="60" dirty="0">
                <a:solidFill>
                  <a:srgbClr val="FFFFFF"/>
                </a:solidFill>
                <a:latin typeface="Tahoma"/>
                <a:cs typeface="Tahoma"/>
              </a:rPr>
              <a:t>Prompt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20000" y="3648075"/>
            <a:ext cx="771525" cy="523875"/>
          </a:xfrm>
          <a:prstGeom prst="rect">
            <a:avLst/>
          </a:prstGeom>
          <a:solidFill>
            <a:srgbClr val="2573EC"/>
          </a:solidFill>
        </p:spPr>
        <p:txBody>
          <a:bodyPr vert="horz" wrap="square" lIns="0" tIns="142875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1125"/>
              </a:spcBef>
            </a:pPr>
            <a:r>
              <a:rPr sz="1500" spc="95" dirty="0">
                <a:solidFill>
                  <a:srgbClr val="FFFFFF"/>
                </a:solidFill>
                <a:latin typeface="Tahoma"/>
                <a:cs typeface="Tahoma"/>
              </a:rPr>
              <a:t>LLM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125" dirty="0"/>
              <a:t> </a:t>
            </a:r>
            <a:r>
              <a:rPr spc="-25" dirty="0"/>
              <a:t>LangGraph?</a:t>
            </a:r>
          </a:p>
        </p:txBody>
      </p:sp>
      <p:sp>
        <p:nvSpPr>
          <p:cNvPr id="3" name="object 3"/>
          <p:cNvSpPr/>
          <p:nvPr/>
        </p:nvSpPr>
        <p:spPr>
          <a:xfrm>
            <a:off x="2238375" y="2686049"/>
            <a:ext cx="7715250" cy="9525"/>
          </a:xfrm>
          <a:custGeom>
            <a:avLst/>
            <a:gdLst/>
            <a:ahLst/>
            <a:cxnLst/>
            <a:rect l="l" t="t" r="r" b="b"/>
            <a:pathLst>
              <a:path w="7715250" h="9525">
                <a:moveTo>
                  <a:pt x="7715249" y="9524"/>
                </a:moveTo>
                <a:lnTo>
                  <a:pt x="0" y="9524"/>
                </a:lnTo>
                <a:lnTo>
                  <a:pt x="0" y="0"/>
                </a:lnTo>
                <a:lnTo>
                  <a:pt x="7715249" y="0"/>
                </a:lnTo>
                <a:lnTo>
                  <a:pt x="7715249" y="9524"/>
                </a:lnTo>
                <a:close/>
              </a:path>
            </a:pathLst>
          </a:custGeom>
          <a:solidFill>
            <a:srgbClr val="DEDEDE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25675" y="1720850"/>
            <a:ext cx="6526530" cy="79883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520"/>
              </a:spcBef>
            </a:pPr>
            <a:r>
              <a:rPr sz="2700" spc="-30" dirty="0">
                <a:solidFill>
                  <a:srgbClr val="FFFFFF"/>
                </a:solidFill>
                <a:latin typeface="Roboto"/>
                <a:cs typeface="Roboto"/>
              </a:rPr>
              <a:t>LangGraph</a:t>
            </a:r>
            <a:r>
              <a:rPr sz="2700" spc="-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FFFFFF"/>
                </a:solidFill>
                <a:latin typeface="Roboto"/>
                <a:cs typeface="Roboto"/>
              </a:rPr>
              <a:t>is</a:t>
            </a:r>
            <a:r>
              <a:rPr sz="2700" spc="-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FFFFFF"/>
                </a:solidFill>
                <a:latin typeface="Roboto"/>
                <a:cs typeface="Roboto"/>
              </a:rPr>
              <a:t>designed</a:t>
            </a:r>
            <a:r>
              <a:rPr sz="2700" spc="-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sz="2700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spc="-25" dirty="0">
                <a:solidFill>
                  <a:srgbClr val="FFFFFF"/>
                </a:solidFill>
                <a:latin typeface="Roboto"/>
                <a:cs typeface="Roboto"/>
              </a:rPr>
              <a:t>building</a:t>
            </a:r>
            <a:r>
              <a:rPr sz="2700" spc="-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Roboto"/>
                <a:cs typeface="Roboto"/>
              </a:rPr>
              <a:t>agentic </a:t>
            </a:r>
            <a:r>
              <a:rPr sz="2700" spc="-20" dirty="0">
                <a:solidFill>
                  <a:srgbClr val="FFFFFF"/>
                </a:solidFill>
                <a:latin typeface="Roboto"/>
                <a:cs typeface="Roboto"/>
              </a:rPr>
              <a:t>applications</a:t>
            </a:r>
            <a:r>
              <a:rPr sz="2700" spc="-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sz="2700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FFFFFF"/>
                </a:solidFill>
                <a:latin typeface="Roboto"/>
                <a:cs typeface="Roboto"/>
              </a:rPr>
              <a:t>some</a:t>
            </a:r>
            <a:r>
              <a:rPr sz="2700" spc="-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dirty="0">
                <a:solidFill>
                  <a:srgbClr val="FFFFFF"/>
                </a:solidFill>
                <a:latin typeface="Roboto"/>
                <a:cs typeface="Roboto"/>
              </a:rPr>
              <a:t>core</a:t>
            </a:r>
            <a:r>
              <a:rPr sz="2700" spc="-7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Roboto"/>
                <a:cs typeface="Roboto"/>
              </a:rPr>
              <a:t>principles:</a:t>
            </a:r>
            <a:endParaRPr sz="270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8375" y="3158838"/>
            <a:ext cx="127661" cy="127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8375" y="4168488"/>
            <a:ext cx="127661" cy="1276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8375" y="5187663"/>
            <a:ext cx="127661" cy="12766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pc="60" dirty="0"/>
              <a:t>Controllability:</a:t>
            </a: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50" spc="60" dirty="0">
                <a:solidFill>
                  <a:srgbClr val="DEDEDE"/>
                </a:solidFill>
              </a:rPr>
              <a:t>Offers</a:t>
            </a:r>
            <a:r>
              <a:rPr sz="1450" spc="1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low-level</a:t>
            </a:r>
            <a:r>
              <a:rPr sz="1450" spc="15" dirty="0">
                <a:solidFill>
                  <a:srgbClr val="DEDEDE"/>
                </a:solidFill>
              </a:rPr>
              <a:t> </a:t>
            </a:r>
            <a:r>
              <a:rPr sz="1450" spc="50" dirty="0">
                <a:solidFill>
                  <a:srgbClr val="DEDEDE"/>
                </a:solidFill>
              </a:rPr>
              <a:t>control</a:t>
            </a:r>
            <a:r>
              <a:rPr sz="1450" spc="1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which</a:t>
            </a:r>
            <a:r>
              <a:rPr sz="1450" spc="1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increases</a:t>
            </a:r>
            <a:r>
              <a:rPr sz="1450" spc="20" dirty="0">
                <a:solidFill>
                  <a:srgbClr val="DEDEDE"/>
                </a:solidFill>
              </a:rPr>
              <a:t> </a:t>
            </a:r>
            <a:r>
              <a:rPr sz="1450" spc="50" dirty="0">
                <a:solidFill>
                  <a:srgbClr val="DEDEDE"/>
                </a:solidFill>
              </a:rPr>
              <a:t>reliability</a:t>
            </a:r>
            <a:r>
              <a:rPr sz="1450" spc="1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in</a:t>
            </a:r>
            <a:r>
              <a:rPr sz="1450" spc="1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agentic</a:t>
            </a:r>
            <a:r>
              <a:rPr sz="1450" spc="15" dirty="0">
                <a:solidFill>
                  <a:srgbClr val="DEDEDE"/>
                </a:solidFill>
              </a:rPr>
              <a:t> </a:t>
            </a:r>
            <a:r>
              <a:rPr sz="1450" spc="-10" dirty="0">
                <a:solidFill>
                  <a:srgbClr val="DEDEDE"/>
                </a:solidFill>
              </a:rPr>
              <a:t>systems.</a:t>
            </a:r>
            <a:endParaRPr sz="1450"/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4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Human-in-the-</a:t>
            </a:r>
            <a:r>
              <a:rPr spc="-20" dirty="0"/>
              <a:t>Loop:</a:t>
            </a: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50" spc="55" dirty="0">
                <a:solidFill>
                  <a:srgbClr val="DEDEDE"/>
                </a:solidFill>
              </a:rPr>
              <a:t>Built-</a:t>
            </a:r>
            <a:r>
              <a:rPr sz="1450" spc="20" dirty="0">
                <a:solidFill>
                  <a:srgbClr val="DEDEDE"/>
                </a:solidFill>
              </a:rPr>
              <a:t>in</a:t>
            </a:r>
            <a:r>
              <a:rPr sz="1450" spc="-5" dirty="0">
                <a:solidFill>
                  <a:srgbClr val="DEDEDE"/>
                </a:solidFill>
              </a:rPr>
              <a:t> </a:t>
            </a:r>
            <a:r>
              <a:rPr sz="1450" spc="20" dirty="0">
                <a:solidFill>
                  <a:srgbClr val="DEDEDE"/>
                </a:solidFill>
              </a:rPr>
              <a:t>persistence</a:t>
            </a:r>
            <a:r>
              <a:rPr sz="1450" spc="-5" dirty="0">
                <a:solidFill>
                  <a:srgbClr val="DEDEDE"/>
                </a:solidFill>
              </a:rPr>
              <a:t> </a:t>
            </a:r>
            <a:r>
              <a:rPr sz="1450" spc="20" dirty="0">
                <a:solidFill>
                  <a:srgbClr val="DEDEDE"/>
                </a:solidFill>
              </a:rPr>
              <a:t>layer</a:t>
            </a:r>
            <a:r>
              <a:rPr sz="1450" spc="-5" dirty="0">
                <a:solidFill>
                  <a:srgbClr val="DEDEDE"/>
                </a:solidFill>
              </a:rPr>
              <a:t> </a:t>
            </a:r>
            <a:r>
              <a:rPr sz="1450" spc="10" dirty="0">
                <a:solidFill>
                  <a:srgbClr val="DEDEDE"/>
                </a:solidFill>
              </a:rPr>
              <a:t>enhances</a:t>
            </a:r>
            <a:r>
              <a:rPr sz="1450" spc="-5" dirty="0">
                <a:solidFill>
                  <a:srgbClr val="DEDEDE"/>
                </a:solidFill>
              </a:rPr>
              <a:t> </a:t>
            </a:r>
            <a:r>
              <a:rPr sz="1450" spc="10" dirty="0">
                <a:solidFill>
                  <a:srgbClr val="DEDEDE"/>
                </a:solidFill>
              </a:rPr>
              <a:t>human-agent</a:t>
            </a:r>
            <a:r>
              <a:rPr sz="1450" spc="-5" dirty="0">
                <a:solidFill>
                  <a:srgbClr val="DEDEDE"/>
                </a:solidFill>
              </a:rPr>
              <a:t> </a:t>
            </a:r>
            <a:r>
              <a:rPr sz="1450" spc="20" dirty="0">
                <a:solidFill>
                  <a:srgbClr val="DEDEDE"/>
                </a:solidFill>
              </a:rPr>
              <a:t>interaction</a:t>
            </a:r>
            <a:r>
              <a:rPr sz="1450" spc="-5" dirty="0">
                <a:solidFill>
                  <a:srgbClr val="DEDEDE"/>
                </a:solidFill>
              </a:rPr>
              <a:t> </a:t>
            </a:r>
            <a:r>
              <a:rPr sz="1450" spc="-10" dirty="0">
                <a:solidFill>
                  <a:srgbClr val="DEDEDE"/>
                </a:solidFill>
              </a:rPr>
              <a:t>patterns.</a:t>
            </a:r>
            <a:endParaRPr sz="1450"/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145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Streaming</a:t>
            </a:r>
            <a:r>
              <a:rPr spc="70" dirty="0"/>
              <a:t> </a:t>
            </a:r>
            <a:r>
              <a:rPr spc="-10" dirty="0"/>
              <a:t>First:</a:t>
            </a: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50" dirty="0">
                <a:solidFill>
                  <a:srgbClr val="DEDEDE"/>
                </a:solidFill>
              </a:rPr>
              <a:t>Supports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streaming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of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events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and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tokens,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providing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real-time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feedback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spc="50" dirty="0">
                <a:solidFill>
                  <a:srgbClr val="DEDEDE"/>
                </a:solidFill>
              </a:rPr>
              <a:t>to</a:t>
            </a:r>
            <a:r>
              <a:rPr sz="1450" spc="65" dirty="0">
                <a:solidFill>
                  <a:srgbClr val="DEDEDE"/>
                </a:solidFill>
              </a:rPr>
              <a:t> </a:t>
            </a:r>
            <a:r>
              <a:rPr sz="1450" spc="-10" dirty="0">
                <a:solidFill>
                  <a:srgbClr val="DEDEDE"/>
                </a:solidFill>
              </a:rPr>
              <a:t>users.</a:t>
            </a:r>
            <a:endParaRPr sz="14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85" dirty="0"/>
              <a:t> </a:t>
            </a:r>
            <a:r>
              <a:rPr dirty="0"/>
              <a:t>Basic</a:t>
            </a:r>
            <a:r>
              <a:rPr spc="-85" dirty="0"/>
              <a:t> </a:t>
            </a:r>
            <a:r>
              <a:rPr dirty="0"/>
              <a:t>Components</a:t>
            </a:r>
            <a:r>
              <a:rPr spc="-85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spc="-20" dirty="0"/>
              <a:t>LangGraph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9299" y="1497012"/>
            <a:ext cx="512191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dirty="0">
                <a:solidFill>
                  <a:srgbClr val="FFFFFF"/>
                </a:solidFill>
                <a:latin typeface="Tahoma"/>
                <a:cs typeface="Tahoma"/>
              </a:rPr>
              <a:t>LangGraph</a:t>
            </a:r>
            <a:r>
              <a:rPr sz="19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r>
              <a:rPr sz="19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FFFFFF"/>
                </a:solidFill>
                <a:latin typeface="Tahoma"/>
                <a:cs typeface="Tahoma"/>
              </a:rPr>
              <a:t>agent</a:t>
            </a:r>
            <a:r>
              <a:rPr sz="19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Tahoma"/>
                <a:cs typeface="Tahoma"/>
              </a:rPr>
              <a:t>workflows</a:t>
            </a:r>
            <a:r>
              <a:rPr sz="19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Tahoma"/>
                <a:cs typeface="Tahoma"/>
              </a:rPr>
              <a:t>as</a:t>
            </a:r>
            <a:r>
              <a:rPr sz="19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Tahoma"/>
                <a:cs typeface="Tahoma"/>
              </a:rPr>
              <a:t>graphs: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4EAD01-902E-1077-031F-FF329BF5C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496" y="-38100"/>
            <a:ext cx="12194734" cy="6934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B7358-0DBC-8378-1CF8-BDC2E70E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D9F49F-305E-338D-1493-B81BDE96E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94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7DA4-FBB3-6F7E-BB80-E05E8395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07FF53-15CB-7890-F4E8-45C12E70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6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512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3810000" cy="685800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3809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3809999" y="0"/>
                </a:lnTo>
                <a:lnTo>
                  <a:pt x="3809999" y="6857999"/>
                </a:lnTo>
                <a:close/>
              </a:path>
            </a:pathLst>
          </a:custGeom>
          <a:solidFill>
            <a:srgbClr val="257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3550" y="2968625"/>
            <a:ext cx="1873885" cy="892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10"/>
              </a:lnSpc>
              <a:spcBef>
                <a:spcPts val="100"/>
              </a:spcBef>
            </a:pPr>
            <a:r>
              <a:rPr sz="3000" dirty="0">
                <a:solidFill>
                  <a:srgbClr val="FFFFFF"/>
                </a:solidFill>
                <a:latin typeface="Roboto"/>
                <a:cs typeface="Roboto"/>
              </a:rPr>
              <a:t>States</a:t>
            </a:r>
            <a:r>
              <a:rPr sz="3000" spc="-18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endParaRPr sz="3000">
              <a:latin typeface="Roboto"/>
              <a:cs typeface="Roboto"/>
            </a:endParaRPr>
          </a:p>
          <a:p>
            <a:pPr marL="12700">
              <a:lnSpc>
                <a:spcPts val="3410"/>
              </a:lnSpc>
            </a:pPr>
            <a:r>
              <a:rPr sz="3000" spc="-35" dirty="0">
                <a:solidFill>
                  <a:srgbClr val="FFFFFF"/>
                </a:solidFill>
                <a:latin typeface="Roboto"/>
                <a:cs typeface="Roboto"/>
              </a:rPr>
              <a:t>LangGraph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81500" y="2219324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7238999" y="9524"/>
                </a:moveTo>
                <a:lnTo>
                  <a:pt x="0" y="9524"/>
                </a:lnTo>
                <a:lnTo>
                  <a:pt x="0" y="0"/>
                </a:lnTo>
                <a:lnTo>
                  <a:pt x="7238999" y="0"/>
                </a:lnTo>
                <a:lnTo>
                  <a:pt x="7238999" y="9524"/>
                </a:lnTo>
                <a:close/>
              </a:path>
            </a:pathLst>
          </a:custGeom>
          <a:solidFill>
            <a:srgbClr val="DEDEDE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Graphs</a:t>
            </a:r>
            <a:r>
              <a:rPr spc="-110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spc="-30" dirty="0"/>
              <a:t>LangGraph</a:t>
            </a:r>
            <a:r>
              <a:rPr spc="-105" dirty="0"/>
              <a:t> </a:t>
            </a:r>
            <a:r>
              <a:rPr dirty="0"/>
              <a:t>are</a:t>
            </a:r>
            <a:r>
              <a:rPr spc="-110" dirty="0"/>
              <a:t> </a:t>
            </a:r>
            <a:r>
              <a:rPr spc="-20" dirty="0"/>
              <a:t>driven</a:t>
            </a:r>
            <a:r>
              <a:rPr spc="-105" dirty="0"/>
              <a:t> </a:t>
            </a:r>
            <a:r>
              <a:rPr spc="-25" dirty="0"/>
              <a:t>by: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2682588"/>
            <a:ext cx="127661" cy="1276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3968463"/>
            <a:ext cx="127661" cy="12766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87887" y="2419407"/>
            <a:ext cx="6898640" cy="107886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States:</a:t>
            </a:r>
            <a:endParaRPr sz="23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204"/>
              </a:spcBef>
            </a:pP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Shared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data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structures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that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evolve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over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time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as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Nodes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execute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and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pass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messages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along</a:t>
            </a:r>
            <a:r>
              <a:rPr sz="1450" spc="-3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Edges.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7887" y="3705282"/>
            <a:ext cx="6283960" cy="107886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45" dirty="0">
                <a:solidFill>
                  <a:srgbClr val="FFFFFF"/>
                </a:solidFill>
                <a:latin typeface="Tahoma"/>
                <a:cs typeface="Tahoma"/>
              </a:rPr>
              <a:t>Message</a:t>
            </a:r>
            <a:r>
              <a:rPr sz="2300" spc="-1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Passing:</a:t>
            </a:r>
            <a:endParaRPr sz="23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204"/>
              </a:spcBef>
            </a:pP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Nodes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send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messages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activate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other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Nodes,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facilitating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execution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DEDEDE"/>
                </a:solidFill>
                <a:latin typeface="Tahoma"/>
                <a:cs typeface="Tahoma"/>
              </a:rPr>
              <a:t>of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workflows</a:t>
            </a:r>
            <a:r>
              <a:rPr sz="1450" spc="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in</a:t>
            </a:r>
            <a:r>
              <a:rPr sz="1450" spc="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discrete</a:t>
            </a:r>
            <a:r>
              <a:rPr sz="1450" spc="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iterations</a:t>
            </a:r>
            <a:r>
              <a:rPr sz="1450" spc="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or</a:t>
            </a:r>
            <a:r>
              <a:rPr sz="1450" spc="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"super-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steps".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550" y="3178175"/>
            <a:ext cx="11277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Roboto"/>
                <a:cs typeface="Roboto"/>
              </a:rPr>
              <a:t>Nodes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81500" y="1704975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7238999" y="9524"/>
                </a:moveTo>
                <a:lnTo>
                  <a:pt x="0" y="9524"/>
                </a:lnTo>
                <a:lnTo>
                  <a:pt x="0" y="0"/>
                </a:lnTo>
                <a:lnTo>
                  <a:pt x="7238999" y="0"/>
                </a:lnTo>
                <a:lnTo>
                  <a:pt x="7238999" y="9524"/>
                </a:lnTo>
                <a:close/>
              </a:path>
            </a:pathLst>
          </a:custGeom>
          <a:solidFill>
            <a:srgbClr val="DEDEDE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In</a:t>
            </a:r>
            <a:r>
              <a:rPr spc="-65" dirty="0"/>
              <a:t> </a:t>
            </a:r>
            <a:r>
              <a:rPr spc="-20" dirty="0"/>
              <a:t>LangGraph,</a:t>
            </a:r>
            <a:r>
              <a:rPr spc="-60" dirty="0"/>
              <a:t> </a:t>
            </a:r>
            <a:r>
              <a:rPr dirty="0"/>
              <a:t>Nodes</a:t>
            </a:r>
            <a:r>
              <a:rPr spc="-6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core</a:t>
            </a:r>
            <a:r>
              <a:rPr spc="-60" dirty="0"/>
              <a:t> </a:t>
            </a:r>
            <a:r>
              <a:rPr spc="-10" dirty="0"/>
              <a:t>functional</a:t>
            </a:r>
            <a:r>
              <a:rPr spc="-60" dirty="0"/>
              <a:t> </a:t>
            </a:r>
            <a:r>
              <a:rPr spc="-10" dirty="0"/>
              <a:t>units: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2177763"/>
            <a:ext cx="127661" cy="127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3463638"/>
            <a:ext cx="127661" cy="1276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4749513"/>
            <a:ext cx="127661" cy="1276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87887" y="1914582"/>
            <a:ext cx="6692900" cy="10693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35" dirty="0">
                <a:solidFill>
                  <a:srgbClr val="FFFFFF"/>
                </a:solidFill>
                <a:latin typeface="Tahoma"/>
                <a:cs typeface="Tahoma"/>
              </a:rPr>
              <a:t>Functionality:</a:t>
            </a:r>
            <a:endParaRPr sz="2300">
              <a:latin typeface="Tahoma"/>
              <a:cs typeface="Tahoma"/>
            </a:endParaRPr>
          </a:p>
          <a:p>
            <a:pPr marL="12700" marR="5080">
              <a:lnSpc>
                <a:spcPct val="120700"/>
              </a:lnSpc>
              <a:spcBef>
                <a:spcPts val="280"/>
              </a:spcBef>
            </a:pP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Each </a:t>
            </a:r>
            <a:r>
              <a:rPr sz="1450" spc="60" dirty="0">
                <a:solidFill>
                  <a:srgbClr val="DEDEDE"/>
                </a:solidFill>
                <a:latin typeface="Tahoma"/>
                <a:cs typeface="Tahoma"/>
              </a:rPr>
              <a:t>Node</a:t>
            </a:r>
            <a:r>
              <a:rPr sz="1450" spc="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is 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a</a:t>
            </a:r>
            <a:r>
              <a:rPr sz="1450" spc="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Python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 function</a:t>
            </a:r>
            <a:r>
              <a:rPr sz="1450" spc="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that processes</a:t>
            </a:r>
            <a:r>
              <a:rPr sz="1450" spc="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the </a:t>
            </a:r>
            <a:r>
              <a:rPr sz="1450" spc="45" dirty="0">
                <a:solidFill>
                  <a:srgbClr val="DEDEDE"/>
                </a:solidFill>
                <a:latin typeface="Tahoma"/>
                <a:cs typeface="Tahoma"/>
              </a:rPr>
              <a:t>current</a:t>
            </a:r>
            <a:r>
              <a:rPr sz="1450" spc="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State and</a:t>
            </a:r>
            <a:r>
              <a:rPr sz="1450" spc="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outputs </a:t>
            </a:r>
            <a:r>
              <a:rPr sz="1450" spc="-25" dirty="0">
                <a:solidFill>
                  <a:srgbClr val="DEDEDE"/>
                </a:solidFill>
                <a:latin typeface="Tahoma"/>
                <a:cs typeface="Tahoma"/>
              </a:rPr>
              <a:t>an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updated</a:t>
            </a:r>
            <a:r>
              <a:rPr sz="1450" spc="1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State.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7887" y="3200457"/>
            <a:ext cx="6885940" cy="107886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Execution:</a:t>
            </a:r>
            <a:endParaRPr sz="230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204"/>
              </a:spcBef>
            </a:pP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Nodes</a:t>
            </a:r>
            <a:r>
              <a:rPr sz="1450" spc="-3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can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run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synchronously</a:t>
            </a:r>
            <a:r>
              <a:rPr sz="1450" spc="-3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DEDEDE"/>
                </a:solidFill>
                <a:latin typeface="Tahoma"/>
                <a:cs typeface="Tahoma"/>
              </a:rPr>
              <a:t>or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asynchronously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and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are</a:t>
            </a:r>
            <a:r>
              <a:rPr sz="1450" spc="-3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added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450" spc="-3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graph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using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450" spc="-6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add_node</a:t>
            </a:r>
            <a:r>
              <a:rPr sz="1450" spc="-5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method.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7887" y="4486332"/>
            <a:ext cx="6531609" cy="802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dirty="0">
                <a:solidFill>
                  <a:srgbClr val="FFFFFF"/>
                </a:solidFill>
                <a:latin typeface="Tahoma"/>
                <a:cs typeface="Tahoma"/>
              </a:rPr>
              <a:t>Special</a:t>
            </a:r>
            <a:r>
              <a:rPr sz="23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Nodes:</a:t>
            </a:r>
            <a:endParaRPr sz="2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Includes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START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and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110" dirty="0">
                <a:solidFill>
                  <a:srgbClr val="DEDEDE"/>
                </a:solidFill>
                <a:latin typeface="Tahoma"/>
                <a:cs typeface="Tahoma"/>
              </a:rPr>
              <a:t>END</a:t>
            </a:r>
            <a:r>
              <a:rPr sz="1450" spc="-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Nodes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to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manage</a:t>
            </a:r>
            <a:r>
              <a:rPr sz="1450" spc="-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  <a:latin typeface="Tahoma"/>
                <a:cs typeface="Tahoma"/>
              </a:rPr>
              <a:t>flow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of</a:t>
            </a:r>
            <a:r>
              <a:rPr sz="1450" spc="-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execution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in</a:t>
            </a:r>
            <a:r>
              <a:rPr sz="1450" spc="-4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the</a:t>
            </a:r>
            <a:r>
              <a:rPr sz="1450" spc="-4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graph.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3550" y="3178174"/>
            <a:ext cx="235585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Roboto"/>
                <a:cs typeface="Roboto"/>
              </a:rPr>
              <a:t>Edges</a:t>
            </a:r>
            <a:endParaRPr sz="3000" dirty="0">
              <a:latin typeface="Roboto"/>
              <a:cs typeface="Roboto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81500" y="18859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7238999" y="9524"/>
                </a:moveTo>
                <a:lnTo>
                  <a:pt x="0" y="9524"/>
                </a:lnTo>
                <a:lnTo>
                  <a:pt x="0" y="0"/>
                </a:lnTo>
                <a:lnTo>
                  <a:pt x="7238999" y="0"/>
                </a:lnTo>
                <a:lnTo>
                  <a:pt x="7238999" y="9524"/>
                </a:lnTo>
                <a:close/>
              </a:path>
            </a:pathLst>
          </a:custGeom>
          <a:solidFill>
            <a:srgbClr val="DEDEDE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Edges</a:t>
            </a:r>
            <a:r>
              <a:rPr spc="-80" dirty="0"/>
              <a:t> </a:t>
            </a:r>
            <a:r>
              <a:rPr dirty="0"/>
              <a:t>define</a:t>
            </a:r>
            <a:r>
              <a:rPr spc="-80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spc="-10" dirty="0"/>
              <a:t>routing</a:t>
            </a:r>
            <a:r>
              <a:rPr spc="-75" dirty="0"/>
              <a:t> </a:t>
            </a:r>
            <a:r>
              <a:rPr dirty="0"/>
              <a:t>logic</a:t>
            </a:r>
            <a:r>
              <a:rPr spc="-8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10" dirty="0"/>
              <a:t>LangGraph: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2358738"/>
            <a:ext cx="127661" cy="1276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49" y="2743105"/>
            <a:ext cx="81561" cy="815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49" y="3066955"/>
            <a:ext cx="81561" cy="8156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349" y="3667030"/>
            <a:ext cx="81561" cy="8156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81500" y="4292313"/>
            <a:ext cx="127661" cy="12766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4648200" y="2092008"/>
            <a:ext cx="5867400" cy="1949893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pc="-10" dirty="0"/>
              <a:t>Types</a:t>
            </a:r>
            <a:r>
              <a:rPr spc="-13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spc="-10" dirty="0"/>
              <a:t>Edges:</a:t>
            </a:r>
          </a:p>
          <a:p>
            <a:pPr marL="216535">
              <a:lnSpc>
                <a:spcPct val="100000"/>
              </a:lnSpc>
              <a:spcBef>
                <a:spcPts val="640"/>
              </a:spcBef>
            </a:pPr>
            <a:r>
              <a:rPr sz="1450" b="1" spc="-55" dirty="0">
                <a:solidFill>
                  <a:srgbClr val="2573EC"/>
                </a:solidFill>
                <a:latin typeface="Tahoma"/>
                <a:cs typeface="Tahoma"/>
              </a:rPr>
              <a:t>Normal</a:t>
            </a:r>
            <a:r>
              <a:rPr sz="1450" b="1" spc="10" dirty="0">
                <a:solidFill>
                  <a:srgbClr val="2573EC"/>
                </a:solidFill>
                <a:latin typeface="Tahoma"/>
                <a:cs typeface="Tahoma"/>
              </a:rPr>
              <a:t> </a:t>
            </a:r>
            <a:r>
              <a:rPr sz="1450" b="1" spc="-90" dirty="0">
                <a:solidFill>
                  <a:srgbClr val="2573EC"/>
                </a:solidFill>
                <a:latin typeface="Tahoma"/>
                <a:cs typeface="Tahoma"/>
              </a:rPr>
              <a:t>Edges:</a:t>
            </a:r>
            <a:r>
              <a:rPr sz="1450" b="1" spc="15" dirty="0">
                <a:solidFill>
                  <a:srgbClr val="2573EC"/>
                </a:solidFill>
                <a:latin typeface="Tahoma"/>
                <a:cs typeface="Tahoma"/>
              </a:rPr>
              <a:t> </a:t>
            </a:r>
            <a:r>
              <a:rPr sz="1450" spc="65" dirty="0">
                <a:solidFill>
                  <a:srgbClr val="DEDEDE"/>
                </a:solidFill>
              </a:rPr>
              <a:t>Direct</a:t>
            </a:r>
            <a:r>
              <a:rPr sz="1450" spc="-1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transitions</a:t>
            </a:r>
            <a:r>
              <a:rPr sz="1450" spc="-1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from</a:t>
            </a:r>
            <a:r>
              <a:rPr sz="1450" spc="-2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one</a:t>
            </a:r>
            <a:r>
              <a:rPr sz="1450" spc="-15" dirty="0">
                <a:solidFill>
                  <a:srgbClr val="DEDEDE"/>
                </a:solidFill>
              </a:rPr>
              <a:t> </a:t>
            </a:r>
            <a:r>
              <a:rPr sz="1450" spc="60" dirty="0">
                <a:solidFill>
                  <a:srgbClr val="DEDEDE"/>
                </a:solidFill>
              </a:rPr>
              <a:t>Node</a:t>
            </a:r>
            <a:r>
              <a:rPr sz="1450" spc="-20" dirty="0">
                <a:solidFill>
                  <a:srgbClr val="DEDEDE"/>
                </a:solidFill>
              </a:rPr>
              <a:t> </a:t>
            </a:r>
            <a:r>
              <a:rPr sz="1450" spc="50" dirty="0">
                <a:solidFill>
                  <a:srgbClr val="DEDEDE"/>
                </a:solidFill>
              </a:rPr>
              <a:t>to</a:t>
            </a:r>
            <a:r>
              <a:rPr sz="1450" spc="-15" dirty="0">
                <a:solidFill>
                  <a:srgbClr val="DEDEDE"/>
                </a:solidFill>
              </a:rPr>
              <a:t> </a:t>
            </a:r>
            <a:r>
              <a:rPr sz="1450" spc="-10" dirty="0">
                <a:solidFill>
                  <a:srgbClr val="DEDEDE"/>
                </a:solidFill>
              </a:rPr>
              <a:t>another.</a:t>
            </a:r>
            <a:endParaRPr sz="1450" dirty="0">
              <a:latin typeface="Tahoma"/>
              <a:cs typeface="Tahoma"/>
            </a:endParaRPr>
          </a:p>
          <a:p>
            <a:pPr marL="216535" marR="5080">
              <a:lnSpc>
                <a:spcPct val="125000"/>
              </a:lnSpc>
              <a:spcBef>
                <a:spcPts val="375"/>
              </a:spcBef>
            </a:pPr>
            <a:r>
              <a:rPr sz="1450" b="1" spc="-45" dirty="0">
                <a:solidFill>
                  <a:srgbClr val="2573EC"/>
                </a:solidFill>
                <a:latin typeface="Tahoma"/>
                <a:cs typeface="Tahoma"/>
              </a:rPr>
              <a:t>Conditional</a:t>
            </a:r>
            <a:r>
              <a:rPr sz="1450" b="1" spc="-15" dirty="0">
                <a:solidFill>
                  <a:srgbClr val="2573EC"/>
                </a:solidFill>
                <a:latin typeface="Tahoma"/>
                <a:cs typeface="Tahoma"/>
              </a:rPr>
              <a:t> </a:t>
            </a:r>
            <a:r>
              <a:rPr sz="1450" b="1" spc="-90" dirty="0">
                <a:solidFill>
                  <a:srgbClr val="2573EC"/>
                </a:solidFill>
                <a:latin typeface="Tahoma"/>
                <a:cs typeface="Tahoma"/>
              </a:rPr>
              <a:t>Edges:</a:t>
            </a:r>
            <a:r>
              <a:rPr sz="1450" b="1" spc="-10" dirty="0">
                <a:solidFill>
                  <a:srgbClr val="2573EC"/>
                </a:solidFill>
                <a:latin typeface="Tahoma"/>
                <a:cs typeface="Tahoma"/>
              </a:rPr>
              <a:t> </a:t>
            </a:r>
            <a:r>
              <a:rPr sz="1450" spc="50" dirty="0">
                <a:solidFill>
                  <a:srgbClr val="DEDEDE"/>
                </a:solidFill>
              </a:rPr>
              <a:t>Determine</a:t>
            </a:r>
            <a:r>
              <a:rPr sz="1450" spc="-4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the</a:t>
            </a:r>
            <a:r>
              <a:rPr sz="1450" spc="-4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next</a:t>
            </a:r>
            <a:r>
              <a:rPr sz="1450" spc="-4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Node(s)</a:t>
            </a:r>
            <a:r>
              <a:rPr sz="1450" spc="-45" dirty="0">
                <a:solidFill>
                  <a:srgbClr val="DEDEDE"/>
                </a:solidFill>
              </a:rPr>
              <a:t> </a:t>
            </a:r>
            <a:r>
              <a:rPr sz="1450" spc="50" dirty="0">
                <a:solidFill>
                  <a:srgbClr val="DEDEDE"/>
                </a:solidFill>
              </a:rPr>
              <a:t>to</a:t>
            </a:r>
            <a:r>
              <a:rPr sz="1450" spc="-4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execute</a:t>
            </a:r>
            <a:r>
              <a:rPr sz="1450" spc="-45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based</a:t>
            </a:r>
            <a:r>
              <a:rPr sz="1450" spc="-4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on</a:t>
            </a:r>
            <a:r>
              <a:rPr sz="1450" spc="-40" dirty="0">
                <a:solidFill>
                  <a:srgbClr val="DEDEDE"/>
                </a:solidFill>
              </a:rPr>
              <a:t> </a:t>
            </a:r>
            <a:r>
              <a:rPr sz="1450" spc="-50" dirty="0">
                <a:solidFill>
                  <a:srgbClr val="DEDEDE"/>
                </a:solidFill>
              </a:rPr>
              <a:t>a </a:t>
            </a:r>
            <a:r>
              <a:rPr sz="1450" spc="10" dirty="0">
                <a:solidFill>
                  <a:srgbClr val="DEDEDE"/>
                </a:solidFill>
              </a:rPr>
              <a:t>function's</a:t>
            </a:r>
            <a:r>
              <a:rPr sz="1450" spc="130" dirty="0">
                <a:solidFill>
                  <a:srgbClr val="DEDEDE"/>
                </a:solidFill>
              </a:rPr>
              <a:t> </a:t>
            </a:r>
            <a:r>
              <a:rPr sz="1450" spc="-10" dirty="0">
                <a:solidFill>
                  <a:srgbClr val="DEDEDE"/>
                </a:solidFill>
              </a:rPr>
              <a:t>output.</a:t>
            </a:r>
            <a:endParaRPr sz="1450" dirty="0">
              <a:latin typeface="Tahoma"/>
              <a:cs typeface="Tahoma"/>
            </a:endParaRPr>
          </a:p>
          <a:p>
            <a:pPr marL="216535">
              <a:lnSpc>
                <a:spcPct val="100000"/>
              </a:lnSpc>
              <a:spcBef>
                <a:spcPts val="810"/>
              </a:spcBef>
            </a:pPr>
            <a:r>
              <a:rPr sz="1450" b="1" spc="-40" dirty="0">
                <a:solidFill>
                  <a:srgbClr val="2573EC"/>
                </a:solidFill>
                <a:latin typeface="Tahoma"/>
                <a:cs typeface="Tahoma"/>
              </a:rPr>
              <a:t>Entry</a:t>
            </a:r>
            <a:r>
              <a:rPr sz="1450" b="1" dirty="0">
                <a:solidFill>
                  <a:srgbClr val="2573EC"/>
                </a:solidFill>
                <a:latin typeface="Tahoma"/>
                <a:cs typeface="Tahoma"/>
              </a:rPr>
              <a:t> </a:t>
            </a:r>
            <a:r>
              <a:rPr sz="1450" b="1" spc="-65" dirty="0">
                <a:solidFill>
                  <a:srgbClr val="2573EC"/>
                </a:solidFill>
                <a:latin typeface="Tahoma"/>
                <a:cs typeface="Tahoma"/>
              </a:rPr>
              <a:t>Points:</a:t>
            </a:r>
            <a:r>
              <a:rPr sz="1450" b="1" dirty="0">
                <a:solidFill>
                  <a:srgbClr val="2573EC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</a:rPr>
              <a:t>Specify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which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spc="60" dirty="0">
                <a:solidFill>
                  <a:srgbClr val="DEDEDE"/>
                </a:solidFill>
              </a:rPr>
              <a:t>Node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spc="50" dirty="0">
                <a:solidFill>
                  <a:srgbClr val="DEDEDE"/>
                </a:solidFill>
              </a:rPr>
              <a:t>to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invoke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spc="50" dirty="0">
                <a:solidFill>
                  <a:srgbClr val="DEDEDE"/>
                </a:solidFill>
              </a:rPr>
              <a:t>first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based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on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dirty="0">
                <a:solidFill>
                  <a:srgbClr val="DEDEDE"/>
                </a:solidFill>
              </a:rPr>
              <a:t>user</a:t>
            </a:r>
            <a:r>
              <a:rPr sz="1450" spc="-30" dirty="0">
                <a:solidFill>
                  <a:srgbClr val="DEDEDE"/>
                </a:solidFill>
              </a:rPr>
              <a:t> </a:t>
            </a:r>
            <a:r>
              <a:rPr sz="1450" spc="-10" dirty="0">
                <a:solidFill>
                  <a:srgbClr val="DEDEDE"/>
                </a:solidFill>
              </a:rPr>
              <a:t>input.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87887" y="4029132"/>
            <a:ext cx="6856095" cy="107886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2300" spc="60" dirty="0">
                <a:solidFill>
                  <a:srgbClr val="FFFFFF"/>
                </a:solidFill>
                <a:latin typeface="Tahoma"/>
                <a:cs typeface="Tahoma"/>
              </a:rPr>
              <a:t>Parallel</a:t>
            </a:r>
            <a:r>
              <a:rPr sz="23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Tahoma"/>
                <a:cs typeface="Tahoma"/>
              </a:rPr>
              <a:t>Execution:</a:t>
            </a:r>
            <a:endParaRPr sz="2300" dirty="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204"/>
              </a:spcBef>
            </a:pPr>
            <a:r>
              <a:rPr sz="1450" spc="70" dirty="0">
                <a:solidFill>
                  <a:srgbClr val="DEDEDE"/>
                </a:solidFill>
                <a:latin typeface="Tahoma"/>
                <a:cs typeface="Tahoma"/>
              </a:rPr>
              <a:t>Multiple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outgoing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edges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from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DEDEDE"/>
                </a:solidFill>
                <a:latin typeface="Tahoma"/>
                <a:cs typeface="Tahoma"/>
              </a:rPr>
              <a:t>a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60" dirty="0">
                <a:solidFill>
                  <a:srgbClr val="DEDEDE"/>
                </a:solidFill>
                <a:latin typeface="Tahoma"/>
                <a:cs typeface="Tahoma"/>
              </a:rPr>
              <a:t>Node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can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trigger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parallel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execution</a:t>
            </a:r>
            <a:r>
              <a:rPr sz="1450" spc="10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DEDEDE"/>
                </a:solidFill>
                <a:latin typeface="Tahoma"/>
                <a:cs typeface="Tahoma"/>
              </a:rPr>
              <a:t>of</a:t>
            </a:r>
            <a:r>
              <a:rPr sz="1450" spc="15" dirty="0">
                <a:solidFill>
                  <a:srgbClr val="DEDEDE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DEDEDE"/>
                </a:solidFill>
                <a:latin typeface="Tahoma"/>
                <a:cs typeface="Tahoma"/>
              </a:rPr>
              <a:t>destination Nodes.</a:t>
            </a:r>
            <a:endParaRPr sz="14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3698" y="2616200"/>
            <a:ext cx="27051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73EC"/>
                </a:solidFill>
              </a:rPr>
              <a:t>Thank</a:t>
            </a:r>
            <a:r>
              <a:rPr sz="4500" spc="-260" dirty="0">
                <a:solidFill>
                  <a:srgbClr val="2573EC"/>
                </a:solidFill>
              </a:rPr>
              <a:t> </a:t>
            </a:r>
            <a:r>
              <a:rPr sz="4500" spc="-100" dirty="0">
                <a:solidFill>
                  <a:srgbClr val="2573EC"/>
                </a:solidFill>
              </a:rPr>
              <a:t>You</a:t>
            </a:r>
            <a:endParaRPr sz="4500"/>
          </a:p>
        </p:txBody>
      </p:sp>
      <p:sp>
        <p:nvSpPr>
          <p:cNvPr id="3" name="object 3"/>
          <p:cNvSpPr/>
          <p:nvPr/>
        </p:nvSpPr>
        <p:spPr>
          <a:xfrm>
            <a:off x="3286125" y="3571875"/>
            <a:ext cx="5619750" cy="0"/>
          </a:xfrm>
          <a:custGeom>
            <a:avLst/>
            <a:gdLst/>
            <a:ahLst/>
            <a:cxnLst/>
            <a:rect l="l" t="t" r="r" b="b"/>
            <a:pathLst>
              <a:path w="5619750">
                <a:moveTo>
                  <a:pt x="0" y="0"/>
                </a:moveTo>
                <a:lnTo>
                  <a:pt x="5619749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504</Words>
  <Application>Microsoft Office PowerPoint</Application>
  <PresentationFormat>Widescreen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Roboto</vt:lpstr>
      <vt:lpstr>Tahoma</vt:lpstr>
      <vt:lpstr>Office Theme</vt:lpstr>
      <vt:lpstr>Introduction to LangGraph</vt:lpstr>
      <vt:lpstr>Agentic Systems: Systems that utilize LLMs to manage the control flow of applications</vt:lpstr>
      <vt:lpstr>User Input</vt:lpstr>
      <vt:lpstr>Practical Use Case: Customer Support Agent</vt:lpstr>
      <vt:lpstr>Flexibility: Agents can adapt to various tasks by determining the best action to take.</vt:lpstr>
      <vt:lpstr>Key Components of Agentic Systems</vt:lpstr>
      <vt:lpstr>Agent as Graphs Workflows build with agents are usually structured as graphs</vt:lpstr>
      <vt:lpstr>Why LangGraph?</vt:lpstr>
      <vt:lpstr>The Basic Components of LangGraph</vt:lpstr>
      <vt:lpstr>PowerPoint Presentation</vt:lpstr>
      <vt:lpstr>PowerPoint Presentation</vt:lpstr>
      <vt:lpstr>PowerPoint Presentation</vt:lpstr>
      <vt:lpstr>Graphs in LangGraph are driven by:</vt:lpstr>
      <vt:lpstr>In LangGraph, Nodes are the core functional units:</vt:lpstr>
      <vt:lpstr>Edges define the routing logic in LangGraph: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KUMAR SUNDRAM</dc:creator>
  <cp:lastModifiedBy>kumar sundram</cp:lastModifiedBy>
  <cp:revision>3</cp:revision>
  <dcterms:created xsi:type="dcterms:W3CDTF">2025-02-23T17:46:56Z</dcterms:created>
  <dcterms:modified xsi:type="dcterms:W3CDTF">2025-05-19T13:40:17Z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2024-11-14T00:00:00Z</vt:filetime>
  </property>
  <property fmtid="{D5CDD505-2E9C-101B-9397-08002B2CF9AE}" pid="3" name="Producer">
    <vt:lpwstr>pdfjs v2.4.7 (github.com/rkusa/pdfjs)</vt:lpwstr>
  </property>
  <property fmtid="{D5CDD505-2E9C-101B-9397-08002B2CF9AE}" pid="4" name="LastSaved">
    <vt:filetime>2024-11-14T00:00:00Z</vt:filetime>
  </property>
</Properties>
</file>